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handoutMasterIdLst>
    <p:handoutMasterId r:id="rId21"/>
  </p:handoutMasterIdLst>
  <p:sldIdLst>
    <p:sldId id="256" r:id="rId2"/>
    <p:sldId id="257" r:id="rId3"/>
    <p:sldId id="258" r:id="rId4"/>
    <p:sldId id="259" r:id="rId5"/>
    <p:sldId id="260" r:id="rId6"/>
    <p:sldId id="261" r:id="rId7"/>
    <p:sldId id="262" r:id="rId8"/>
    <p:sldId id="263" r:id="rId9"/>
    <p:sldId id="264" r:id="rId10"/>
    <p:sldId id="270" r:id="rId11"/>
    <p:sldId id="269" r:id="rId12"/>
    <p:sldId id="271" r:id="rId13"/>
    <p:sldId id="272" r:id="rId14"/>
    <p:sldId id="265" r:id="rId15"/>
    <p:sldId id="266" r:id="rId16"/>
    <p:sldId id="273" r:id="rId17"/>
    <p:sldId id="267" r:id="rId18"/>
    <p:sldId id="268" r:id="rId19"/>
  </p:sldIdLst>
  <p:sldSz cx="9144000" cy="6858000" type="screen4x3"/>
  <p:notesSz cx="6858000" cy="9144000"/>
  <p:defaultTextStyle>
    <a:defPPr>
      <a:defRPr lang="en-US"/>
    </a:defPPr>
    <a:lvl1pPr algn="l" defTabSz="685800" rtl="0" eaLnBrk="0" fontAlgn="base" hangingPunct="0">
      <a:spcBef>
        <a:spcPct val="0"/>
      </a:spcBef>
      <a:spcAft>
        <a:spcPct val="0"/>
      </a:spcAft>
      <a:defRPr sz="1300" kern="1200">
        <a:solidFill>
          <a:srgbClr val="000000"/>
        </a:solidFill>
        <a:latin typeface="Calibri" pitchFamily="34" charset="0"/>
        <a:ea typeface="+mn-ea"/>
        <a:cs typeface="Calibri" pitchFamily="34" charset="0"/>
        <a:sym typeface="Calibri" pitchFamily="34" charset="0"/>
      </a:defRPr>
    </a:lvl1pPr>
    <a:lvl2pPr indent="342900" algn="l" defTabSz="685800" rtl="0" eaLnBrk="0" fontAlgn="base" hangingPunct="0">
      <a:spcBef>
        <a:spcPct val="0"/>
      </a:spcBef>
      <a:spcAft>
        <a:spcPct val="0"/>
      </a:spcAft>
      <a:defRPr sz="1300" kern="1200">
        <a:solidFill>
          <a:srgbClr val="000000"/>
        </a:solidFill>
        <a:latin typeface="Calibri" pitchFamily="34" charset="0"/>
        <a:ea typeface="+mn-ea"/>
        <a:cs typeface="Calibri" pitchFamily="34" charset="0"/>
        <a:sym typeface="Calibri" pitchFamily="34" charset="0"/>
      </a:defRPr>
    </a:lvl2pPr>
    <a:lvl3pPr indent="685800" algn="l" defTabSz="685800" rtl="0" eaLnBrk="0" fontAlgn="base" hangingPunct="0">
      <a:spcBef>
        <a:spcPct val="0"/>
      </a:spcBef>
      <a:spcAft>
        <a:spcPct val="0"/>
      </a:spcAft>
      <a:defRPr sz="1300" kern="1200">
        <a:solidFill>
          <a:srgbClr val="000000"/>
        </a:solidFill>
        <a:latin typeface="Calibri" pitchFamily="34" charset="0"/>
        <a:ea typeface="+mn-ea"/>
        <a:cs typeface="Calibri" pitchFamily="34" charset="0"/>
        <a:sym typeface="Calibri" pitchFamily="34" charset="0"/>
      </a:defRPr>
    </a:lvl3pPr>
    <a:lvl4pPr indent="1028700" algn="l" defTabSz="685800" rtl="0" eaLnBrk="0" fontAlgn="base" hangingPunct="0">
      <a:spcBef>
        <a:spcPct val="0"/>
      </a:spcBef>
      <a:spcAft>
        <a:spcPct val="0"/>
      </a:spcAft>
      <a:defRPr sz="1300" kern="1200">
        <a:solidFill>
          <a:srgbClr val="000000"/>
        </a:solidFill>
        <a:latin typeface="Calibri" pitchFamily="34" charset="0"/>
        <a:ea typeface="+mn-ea"/>
        <a:cs typeface="Calibri" pitchFamily="34" charset="0"/>
        <a:sym typeface="Calibri" pitchFamily="34" charset="0"/>
      </a:defRPr>
    </a:lvl4pPr>
    <a:lvl5pPr indent="1371600" algn="l" defTabSz="685800" rtl="0" eaLnBrk="0" fontAlgn="base" hangingPunct="0">
      <a:spcBef>
        <a:spcPct val="0"/>
      </a:spcBef>
      <a:spcAft>
        <a:spcPct val="0"/>
      </a:spcAft>
      <a:defRPr sz="1300" kern="1200">
        <a:solidFill>
          <a:srgbClr val="000000"/>
        </a:solidFill>
        <a:latin typeface="Calibri" pitchFamily="34" charset="0"/>
        <a:ea typeface="+mn-ea"/>
        <a:cs typeface="Calibri" pitchFamily="34" charset="0"/>
        <a:sym typeface="Calibri" pitchFamily="34" charset="0"/>
      </a:defRPr>
    </a:lvl5pPr>
    <a:lvl6pPr marL="2286000" algn="l" defTabSz="914400" rtl="0" eaLnBrk="1" latinLnBrk="0" hangingPunct="1">
      <a:defRPr sz="1300" kern="1200">
        <a:solidFill>
          <a:srgbClr val="000000"/>
        </a:solidFill>
        <a:latin typeface="Calibri" pitchFamily="34" charset="0"/>
        <a:ea typeface="+mn-ea"/>
        <a:cs typeface="Calibri" pitchFamily="34" charset="0"/>
        <a:sym typeface="Calibri" pitchFamily="34" charset="0"/>
      </a:defRPr>
    </a:lvl6pPr>
    <a:lvl7pPr marL="2743200" algn="l" defTabSz="914400" rtl="0" eaLnBrk="1" latinLnBrk="0" hangingPunct="1">
      <a:defRPr sz="1300" kern="1200">
        <a:solidFill>
          <a:srgbClr val="000000"/>
        </a:solidFill>
        <a:latin typeface="Calibri" pitchFamily="34" charset="0"/>
        <a:ea typeface="+mn-ea"/>
        <a:cs typeface="Calibri" pitchFamily="34" charset="0"/>
        <a:sym typeface="Calibri" pitchFamily="34" charset="0"/>
      </a:defRPr>
    </a:lvl7pPr>
    <a:lvl8pPr marL="3200400" algn="l" defTabSz="914400" rtl="0" eaLnBrk="1" latinLnBrk="0" hangingPunct="1">
      <a:defRPr sz="1300" kern="1200">
        <a:solidFill>
          <a:srgbClr val="000000"/>
        </a:solidFill>
        <a:latin typeface="Calibri" pitchFamily="34" charset="0"/>
        <a:ea typeface="+mn-ea"/>
        <a:cs typeface="Calibri" pitchFamily="34" charset="0"/>
        <a:sym typeface="Calibri" pitchFamily="34" charset="0"/>
      </a:defRPr>
    </a:lvl8pPr>
    <a:lvl9pPr marL="3657600" algn="l" defTabSz="914400" rtl="0" eaLnBrk="1" latinLnBrk="0" hangingPunct="1">
      <a:defRPr sz="1300" kern="1200">
        <a:solidFill>
          <a:srgbClr val="000000"/>
        </a:solidFill>
        <a:latin typeface="Calibri" pitchFamily="34" charset="0"/>
        <a:ea typeface="+mn-ea"/>
        <a:cs typeface="Calibri" pitchFamily="34" charset="0"/>
        <a:sym typeface="Calibri" pitchFamily="34"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85" autoAdjust="0"/>
    <p:restoredTop sz="94701" autoAdjust="0"/>
  </p:normalViewPr>
  <p:slideViewPr>
    <p:cSldViewPr>
      <p:cViewPr>
        <p:scale>
          <a:sx n="100" d="100"/>
          <a:sy n="100" d="100"/>
        </p:scale>
        <p:origin x="-678" y="-66"/>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notesViewPr>
    <p:cSldViewPr>
      <p:cViewPr varScale="1">
        <p:scale>
          <a:sx n="74" d="100"/>
          <a:sy n="74" d="100"/>
        </p:scale>
        <p:origin x="-2676"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50B72D76-3BA2-486D-8C6F-96D335A9C5BB}" type="datetimeFigureOut">
              <a:rPr lang="en-US" smtClean="0"/>
              <a:t>4/6/2026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AF41C02-F1E1-4E3F-A20E-226F1FF842DC}" type="slidenum">
              <a:rPr lang="en-US" smtClean="0"/>
              <a:t>‹#›</a:t>
            </a:fld>
            <a:endParaRPr lang="en-US"/>
          </a:p>
        </p:txBody>
      </p:sp>
    </p:spTree>
    <p:extLst>
      <p:ext uri="{BB962C8B-B14F-4D97-AF65-F5344CB8AC3E}">
        <p14:creationId xmlns:p14="http://schemas.microsoft.com/office/powerpoint/2010/main" val="67528323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146" name="Shape 69"/>
          <p:cNvSpPr>
            <a:spLocks noGrp="1" noRot="1" noChangeAspect="1" noChangeArrowheads="1"/>
          </p:cNvSpPr>
          <p:nvPr>
            <p:ph type="sldImg"/>
          </p:nvPr>
        </p:nvSpPr>
        <p:spPr bwMode="auto">
          <a:xfrm>
            <a:off x="1143000" y="685800"/>
            <a:ext cx="4572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6147" name="Shape 70"/>
          <p:cNvSpPr>
            <a:spLocks noGrp="1" noChangeArrowheads="1"/>
          </p:cNvSpPr>
          <p:nvPr>
            <p:ph type="body" sz="quarter" idx="1"/>
          </p:nvPr>
        </p:nvSpPr>
        <p:spPr bwMode="auto">
          <a:xfrm>
            <a:off x="914400" y="4343400"/>
            <a:ext cx="50292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endParaRPr lang="en-US" smtClean="0">
              <a:sym typeface="Calibri" pitchFamily="34" charset="0"/>
            </a:endParaRPr>
          </a:p>
        </p:txBody>
      </p:sp>
    </p:spTree>
    <p:extLst>
      <p:ext uri="{BB962C8B-B14F-4D97-AF65-F5344CB8AC3E}">
        <p14:creationId xmlns:p14="http://schemas.microsoft.com/office/powerpoint/2010/main" val="1888146027"/>
      </p:ext>
    </p:extLst>
  </p:cSld>
  <p:clrMap bg1="lt1" tx1="dk1" bg2="lt2" tx2="dk2" accent1="accent1" accent2="accent2" accent3="accent3" accent4="accent4" accent5="accent5" accent6="accent6" hlink="hlink" folHlink="folHlink"/>
  <p:notesStyle>
    <a:lvl1pPr algn="l" defTabSz="685800" rtl="0" eaLnBrk="0" fontAlgn="base" hangingPunct="0">
      <a:spcBef>
        <a:spcPct val="30000"/>
      </a:spcBef>
      <a:spcAft>
        <a:spcPct val="0"/>
      </a:spcAft>
      <a:defRPr sz="900">
        <a:solidFill>
          <a:schemeClr val="tx1"/>
        </a:solidFill>
        <a:latin typeface="+mj-lt"/>
        <a:ea typeface="+mj-ea"/>
        <a:cs typeface="+mj-cs"/>
        <a:sym typeface="Calibri" pitchFamily="34" charset="0"/>
      </a:defRPr>
    </a:lvl1pPr>
    <a:lvl2pPr marL="742950" indent="-285750" algn="l" defTabSz="685800" rtl="0" eaLnBrk="0" fontAlgn="base" hangingPunct="0">
      <a:spcBef>
        <a:spcPct val="30000"/>
      </a:spcBef>
      <a:spcAft>
        <a:spcPct val="0"/>
      </a:spcAft>
      <a:defRPr sz="900">
        <a:solidFill>
          <a:schemeClr val="tx1"/>
        </a:solidFill>
        <a:latin typeface="+mj-lt"/>
        <a:ea typeface="+mj-ea"/>
        <a:cs typeface="+mj-cs"/>
        <a:sym typeface="Calibri" pitchFamily="34" charset="0"/>
      </a:defRPr>
    </a:lvl2pPr>
    <a:lvl3pPr marL="1143000" indent="-228600" algn="l" defTabSz="685800" rtl="0" eaLnBrk="0" fontAlgn="base" hangingPunct="0">
      <a:spcBef>
        <a:spcPct val="30000"/>
      </a:spcBef>
      <a:spcAft>
        <a:spcPct val="0"/>
      </a:spcAft>
      <a:defRPr sz="900">
        <a:solidFill>
          <a:schemeClr val="tx1"/>
        </a:solidFill>
        <a:latin typeface="+mj-lt"/>
        <a:ea typeface="+mj-ea"/>
        <a:cs typeface="+mj-cs"/>
        <a:sym typeface="Calibri" pitchFamily="34" charset="0"/>
      </a:defRPr>
    </a:lvl3pPr>
    <a:lvl4pPr marL="1600200" indent="-228600" algn="l" defTabSz="685800" rtl="0" eaLnBrk="0" fontAlgn="base" hangingPunct="0">
      <a:spcBef>
        <a:spcPct val="30000"/>
      </a:spcBef>
      <a:spcAft>
        <a:spcPct val="0"/>
      </a:spcAft>
      <a:defRPr sz="900">
        <a:solidFill>
          <a:schemeClr val="tx1"/>
        </a:solidFill>
        <a:latin typeface="+mj-lt"/>
        <a:ea typeface="+mj-ea"/>
        <a:cs typeface="+mj-cs"/>
        <a:sym typeface="Calibri" pitchFamily="34" charset="0"/>
      </a:defRPr>
    </a:lvl4pPr>
    <a:lvl5pPr marL="2057400" indent="-228600" algn="l" defTabSz="685800" rtl="0" eaLnBrk="0" fontAlgn="base" hangingPunct="0">
      <a:spcBef>
        <a:spcPct val="30000"/>
      </a:spcBef>
      <a:spcAft>
        <a:spcPct val="0"/>
      </a:spcAft>
      <a:defRPr sz="900">
        <a:solidFill>
          <a:schemeClr val="tx1"/>
        </a:solidFill>
        <a:latin typeface="+mj-lt"/>
        <a:ea typeface="+mj-ea"/>
        <a:cs typeface="+mj-cs"/>
        <a:sym typeface="Calibri" pitchFamily="34" charset="0"/>
      </a:defRPr>
    </a:lvl5pPr>
    <a:lvl6pPr indent="1143000" defTabSz="685800" latinLnBrk="0">
      <a:defRPr sz="900">
        <a:latin typeface="+mj-lt"/>
        <a:ea typeface="+mj-ea"/>
        <a:cs typeface="+mj-cs"/>
        <a:sym typeface="Calibri"/>
      </a:defRPr>
    </a:lvl6pPr>
    <a:lvl7pPr indent="1371600" defTabSz="685800" latinLnBrk="0">
      <a:defRPr sz="900">
        <a:latin typeface="+mj-lt"/>
        <a:ea typeface="+mj-ea"/>
        <a:cs typeface="+mj-cs"/>
        <a:sym typeface="Calibri"/>
      </a:defRPr>
    </a:lvl7pPr>
    <a:lvl8pPr indent="1600200" defTabSz="685800" latinLnBrk="0">
      <a:defRPr sz="900">
        <a:latin typeface="+mj-lt"/>
        <a:ea typeface="+mj-ea"/>
        <a:cs typeface="+mj-cs"/>
        <a:sym typeface="Calibri"/>
      </a:defRPr>
    </a:lvl8pPr>
    <a:lvl9pPr indent="1828800" defTabSz="685800" latinLnBrk="0">
      <a:defRPr sz="900">
        <a:latin typeface="+mj-lt"/>
        <a:ea typeface="+mj-ea"/>
        <a:cs typeface="+mj-cs"/>
        <a:sym typeface="Calibri"/>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6628470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465781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1_Title Slide">
    <p:spTree>
      <p:nvGrpSpPr>
        <p:cNvPr id="1" name=""/>
        <p:cNvGrpSpPr/>
        <p:nvPr/>
      </p:nvGrpSpPr>
      <p:grpSpPr>
        <a:xfrm>
          <a:off x="0" y="0"/>
          <a:ext cx="0" cy="0"/>
          <a:chOff x="0" y="0"/>
          <a:chExt cx="0" cy="0"/>
        </a:xfrm>
      </p:grpSpPr>
      <p:sp>
        <p:nvSpPr>
          <p:cNvPr id="2" name="Slide Number"/>
          <p:cNvSpPr txBox="1">
            <a:spLocks noGrp="1" noChangeArrowheads="1"/>
          </p:cNvSpPr>
          <p:nvPr>
            <p:ph type="sldNum" sz="quarter" idx="10"/>
          </p:nvPr>
        </p:nvSpPr>
        <p:spPr>
          <a:ln/>
        </p:spPr>
        <p:txBody>
          <a:bodyPr/>
          <a:lstStyle>
            <a:lvl1pPr>
              <a:defRPr/>
            </a:lvl1pPr>
          </a:lstStyle>
          <a:p>
            <a:fld id="{80844724-8F72-4A6D-A0F3-6FDEDB8C1C2C}" type="slidenum">
              <a:rPr lang="en-US"/>
              <a:pPr/>
              <a:t>‹#›</a:t>
            </a:fld>
            <a:endParaRPr lang="en-US"/>
          </a:p>
        </p:txBody>
      </p:sp>
    </p:spTree>
    <p:extLst>
      <p:ext uri="{BB962C8B-B14F-4D97-AF65-F5344CB8AC3E}">
        <p14:creationId xmlns:p14="http://schemas.microsoft.com/office/powerpoint/2010/main" val="2030123402"/>
      </p:ext>
    </p:extLst>
  </p:cSld>
  <p:clrMapOvr>
    <a:masterClrMapping/>
  </p:clrMapOvr>
  <p:transition spd="med"/>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Two Content">
    <p:spTree>
      <p:nvGrpSpPr>
        <p:cNvPr id="1" name=""/>
        <p:cNvGrpSpPr/>
        <p:nvPr/>
      </p:nvGrpSpPr>
      <p:grpSpPr>
        <a:xfrm>
          <a:off x="0" y="0"/>
          <a:ext cx="0" cy="0"/>
          <a:chOff x="0" y="0"/>
          <a:chExt cx="0" cy="0"/>
        </a:xfrm>
      </p:grpSpPr>
      <p:sp>
        <p:nvSpPr>
          <p:cNvPr id="4" name="Rectangle 7"/>
          <p:cNvSpPr>
            <a:spLocks noChangeArrowheads="1"/>
          </p:cNvSpPr>
          <p:nvPr/>
        </p:nvSpPr>
        <p:spPr bwMode="auto">
          <a:xfrm>
            <a:off x="0" y="0"/>
            <a:ext cx="9144000" cy="914400"/>
          </a:xfrm>
          <a:prstGeom prst="rect">
            <a:avLst/>
          </a:prstGeom>
          <a:solidFill>
            <a:srgbClr val="69B3E7"/>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nchor="ctr"/>
          <a:lstStyle/>
          <a:p>
            <a:pPr algn="ctr" eaLnBrk="1"/>
            <a:endParaRPr lang="en-US">
              <a:solidFill>
                <a:srgbClr val="FFFFFF"/>
              </a:solidFill>
            </a:endParaRPr>
          </a:p>
        </p:txBody>
      </p:sp>
      <p:sp>
        <p:nvSpPr>
          <p:cNvPr id="5" name="Rectangle 8"/>
          <p:cNvSpPr>
            <a:spLocks noChangeArrowheads="1"/>
          </p:cNvSpPr>
          <p:nvPr/>
        </p:nvSpPr>
        <p:spPr bwMode="auto">
          <a:xfrm>
            <a:off x="0" y="6675438"/>
            <a:ext cx="9144000" cy="182562"/>
          </a:xfrm>
          <a:prstGeom prst="rect">
            <a:avLst/>
          </a:prstGeom>
          <a:solidFill>
            <a:srgbClr val="FFC72C"/>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nchor="ctr"/>
          <a:lstStyle/>
          <a:p>
            <a:pPr algn="ctr" eaLnBrk="1"/>
            <a:endParaRPr lang="en-US">
              <a:solidFill>
                <a:srgbClr val="FFFFFF"/>
              </a:solidFill>
            </a:endParaRPr>
          </a:p>
        </p:txBody>
      </p:sp>
      <p:pic>
        <p:nvPicPr>
          <p:cNvPr id="6" name="Picture 11" descr="Picture 1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47013" y="322263"/>
            <a:ext cx="668337" cy="26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
        <p:nvSpPr>
          <p:cNvPr id="22" name="Title Text"/>
          <p:cNvSpPr txBox="1">
            <a:spLocks noGrp="1"/>
          </p:cNvSpPr>
          <p:nvPr>
            <p:ph type="title"/>
          </p:nvPr>
        </p:nvSpPr>
        <p:spPr>
          <a:xfrm>
            <a:off x="628650" y="1233169"/>
            <a:ext cx="7886700" cy="1325563"/>
          </a:xfrm>
          <a:prstGeom prst="rect">
            <a:avLst/>
          </a:prstGeom>
        </p:spPr>
        <p:txBody>
          <a:bodyPr/>
          <a:lstStyle/>
          <a:p>
            <a:r>
              <a:t>Title Text</a:t>
            </a:r>
          </a:p>
        </p:txBody>
      </p:sp>
      <p:sp>
        <p:nvSpPr>
          <p:cNvPr id="23" name="Body Level One…"/>
          <p:cNvSpPr txBox="1">
            <a:spLocks noGrp="1"/>
          </p:cNvSpPr>
          <p:nvPr>
            <p:ph type="body" sz="half" idx="1"/>
          </p:nvPr>
        </p:nvSpPr>
        <p:spPr>
          <a:xfrm>
            <a:off x="628650" y="2693670"/>
            <a:ext cx="3886200" cy="3476724"/>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7" name="Slide Number"/>
          <p:cNvSpPr txBox="1">
            <a:spLocks noGrp="1" noChangeArrowheads="1"/>
          </p:cNvSpPr>
          <p:nvPr>
            <p:ph type="sldNum" sz="quarter" idx="10"/>
          </p:nvPr>
        </p:nvSpPr>
        <p:spPr>
          <a:xfrm>
            <a:off x="8256588" y="6415088"/>
            <a:ext cx="258762" cy="247650"/>
          </a:xfrm>
        </p:spPr>
        <p:txBody>
          <a:bodyPr/>
          <a:lstStyle>
            <a:lvl1pPr>
              <a:defRPr>
                <a:solidFill>
                  <a:srgbClr val="000000"/>
                </a:solidFill>
              </a:defRPr>
            </a:lvl1pPr>
          </a:lstStyle>
          <a:p>
            <a:fld id="{CF742F57-3EA8-4DBC-A1BA-FC05A5F4F428}" type="slidenum">
              <a:rPr lang="en-US"/>
              <a:pPr/>
              <a:t>‹#›</a:t>
            </a:fld>
            <a:endParaRPr lang="en-US"/>
          </a:p>
        </p:txBody>
      </p:sp>
    </p:spTree>
    <p:extLst>
      <p:ext uri="{BB962C8B-B14F-4D97-AF65-F5344CB8AC3E}">
        <p14:creationId xmlns:p14="http://schemas.microsoft.com/office/powerpoint/2010/main" val="2258649640"/>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Picture with Caption">
    <p:spTree>
      <p:nvGrpSpPr>
        <p:cNvPr id="1" name=""/>
        <p:cNvGrpSpPr/>
        <p:nvPr/>
      </p:nvGrpSpPr>
      <p:grpSpPr>
        <a:xfrm>
          <a:off x="0" y="0"/>
          <a:ext cx="0" cy="0"/>
          <a:chOff x="0" y="0"/>
          <a:chExt cx="0" cy="0"/>
        </a:xfrm>
      </p:grpSpPr>
      <p:sp>
        <p:nvSpPr>
          <p:cNvPr id="5" name="Rectangle 7"/>
          <p:cNvSpPr>
            <a:spLocks noChangeArrowheads="1"/>
          </p:cNvSpPr>
          <p:nvPr/>
        </p:nvSpPr>
        <p:spPr bwMode="auto">
          <a:xfrm>
            <a:off x="0" y="0"/>
            <a:ext cx="9144000" cy="914400"/>
          </a:xfrm>
          <a:prstGeom prst="rect">
            <a:avLst/>
          </a:prstGeom>
          <a:solidFill>
            <a:srgbClr val="69B3E7"/>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nchor="ctr"/>
          <a:lstStyle/>
          <a:p>
            <a:pPr algn="ctr" eaLnBrk="1"/>
            <a:endParaRPr lang="en-US">
              <a:solidFill>
                <a:srgbClr val="FFFFFF"/>
              </a:solidFill>
            </a:endParaRPr>
          </a:p>
        </p:txBody>
      </p:sp>
      <p:sp>
        <p:nvSpPr>
          <p:cNvPr id="6" name="Rectangle 9"/>
          <p:cNvSpPr>
            <a:spLocks noChangeArrowheads="1"/>
          </p:cNvSpPr>
          <p:nvPr/>
        </p:nvSpPr>
        <p:spPr bwMode="auto">
          <a:xfrm>
            <a:off x="0" y="6675438"/>
            <a:ext cx="9144000" cy="182562"/>
          </a:xfrm>
          <a:prstGeom prst="rect">
            <a:avLst/>
          </a:prstGeom>
          <a:solidFill>
            <a:srgbClr val="FFC72C"/>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nchor="ctr"/>
          <a:lstStyle/>
          <a:p>
            <a:pPr algn="ctr" eaLnBrk="1"/>
            <a:endParaRPr lang="en-US">
              <a:solidFill>
                <a:srgbClr val="FFFFFF"/>
              </a:solidFill>
            </a:endParaRPr>
          </a:p>
        </p:txBody>
      </p:sp>
      <p:pic>
        <p:nvPicPr>
          <p:cNvPr id="7" name="Picture 12" descr="Picture 1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47013" y="322263"/>
            <a:ext cx="668337" cy="26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
        <p:nvSpPr>
          <p:cNvPr id="34" name="Title Text"/>
          <p:cNvSpPr txBox="1">
            <a:spLocks noGrp="1"/>
          </p:cNvSpPr>
          <p:nvPr>
            <p:ph type="title"/>
          </p:nvPr>
        </p:nvSpPr>
        <p:spPr>
          <a:xfrm>
            <a:off x="629841" y="1233169"/>
            <a:ext cx="2949178" cy="1600201"/>
          </a:xfrm>
          <a:prstGeom prst="rect">
            <a:avLst/>
          </a:prstGeom>
        </p:spPr>
        <p:txBody>
          <a:bodyPr anchor="b"/>
          <a:lstStyle>
            <a:lvl1pPr>
              <a:defRPr sz="3200"/>
            </a:lvl1pPr>
          </a:lstStyle>
          <a:p>
            <a:r>
              <a:t>Title Text</a:t>
            </a:r>
          </a:p>
        </p:txBody>
      </p:sp>
      <p:sp>
        <p:nvSpPr>
          <p:cNvPr id="35" name="Picture Placeholder 2"/>
          <p:cNvSpPr>
            <a:spLocks noGrp="1"/>
          </p:cNvSpPr>
          <p:nvPr>
            <p:ph type="pic" sz="half" idx="21"/>
          </p:nvPr>
        </p:nvSpPr>
        <p:spPr>
          <a:xfrm>
            <a:off x="3887391" y="1233169"/>
            <a:ext cx="4629151" cy="4873626"/>
          </a:xfrm>
          <a:prstGeom prst="rect">
            <a:avLst/>
          </a:prstGeom>
        </p:spPr>
        <p:txBody>
          <a:bodyPr lIns="91439" rIns="91439">
            <a:noAutofit/>
          </a:bodyPr>
          <a:lstStyle/>
          <a:p>
            <a:pPr lvl="0"/>
            <a:endParaRPr noProof="0">
              <a:sym typeface="Calibri"/>
            </a:endParaRPr>
          </a:p>
        </p:txBody>
      </p:sp>
      <p:sp>
        <p:nvSpPr>
          <p:cNvPr id="36" name="Body Level One…"/>
          <p:cNvSpPr txBox="1">
            <a:spLocks noGrp="1"/>
          </p:cNvSpPr>
          <p:nvPr>
            <p:ph type="body" sz="quarter" idx="1"/>
          </p:nvPr>
        </p:nvSpPr>
        <p:spPr>
          <a:xfrm>
            <a:off x="629841" y="2992292"/>
            <a:ext cx="2949178" cy="3114504"/>
          </a:xfrm>
          <a:prstGeom prst="rect">
            <a:avLst/>
          </a:prstGeom>
        </p:spPr>
        <p:txBody>
          <a:bodyPr/>
          <a:lstStyle>
            <a:lvl1pPr marL="0" indent="0">
              <a:buSzTx/>
              <a:buFontTx/>
              <a:buNone/>
              <a:defRPr sz="1600"/>
            </a:lvl1pPr>
            <a:lvl2pPr marL="0" indent="457189">
              <a:buSzTx/>
              <a:buFontTx/>
              <a:buNone/>
              <a:defRPr sz="1600"/>
            </a:lvl2pPr>
            <a:lvl3pPr marL="0" indent="914377">
              <a:buSzTx/>
              <a:buFontTx/>
              <a:buNone/>
              <a:defRPr sz="1600"/>
            </a:lvl3pPr>
            <a:lvl4pPr marL="0" indent="1371565">
              <a:buSzTx/>
              <a:buFontTx/>
              <a:buNone/>
              <a:defRPr sz="1600"/>
            </a:lvl4pPr>
            <a:lvl5pPr marL="0" indent="1828754">
              <a:buSzTx/>
              <a:buFontTx/>
              <a:buNone/>
              <a:defRPr sz="1600"/>
            </a:lvl5pPr>
          </a:lstStyle>
          <a:p>
            <a:r>
              <a:t>Body Level One</a:t>
            </a:r>
          </a:p>
          <a:p>
            <a:pPr lvl="1"/>
            <a:r>
              <a:t>Body Level Two</a:t>
            </a:r>
          </a:p>
          <a:p>
            <a:pPr lvl="2"/>
            <a:r>
              <a:t>Body Level Three</a:t>
            </a:r>
          </a:p>
          <a:p>
            <a:pPr lvl="3"/>
            <a:r>
              <a:t>Body Level Four</a:t>
            </a:r>
          </a:p>
          <a:p>
            <a:pPr lvl="4"/>
            <a:r>
              <a:t>Body Level Five</a:t>
            </a:r>
          </a:p>
        </p:txBody>
      </p:sp>
      <p:sp>
        <p:nvSpPr>
          <p:cNvPr id="8" name="Slide Number"/>
          <p:cNvSpPr txBox="1">
            <a:spLocks noGrp="1" noChangeArrowheads="1"/>
          </p:cNvSpPr>
          <p:nvPr>
            <p:ph type="sldNum" sz="quarter" idx="22"/>
          </p:nvPr>
        </p:nvSpPr>
        <p:spPr>
          <a:xfrm>
            <a:off x="8256588" y="6415088"/>
            <a:ext cx="258762" cy="247650"/>
          </a:xfrm>
        </p:spPr>
        <p:txBody>
          <a:bodyPr/>
          <a:lstStyle>
            <a:lvl1pPr>
              <a:defRPr>
                <a:solidFill>
                  <a:srgbClr val="000000"/>
                </a:solidFill>
              </a:defRPr>
            </a:lvl1pPr>
          </a:lstStyle>
          <a:p>
            <a:fld id="{73D0482E-7A73-4427-AE91-5A159CE8D47F}" type="slidenum">
              <a:rPr lang="en-US"/>
              <a:pPr/>
              <a:t>‹#›</a:t>
            </a:fld>
            <a:endParaRPr lang="en-US"/>
          </a:p>
        </p:txBody>
      </p:sp>
    </p:spTree>
    <p:extLst>
      <p:ext uri="{BB962C8B-B14F-4D97-AF65-F5344CB8AC3E}">
        <p14:creationId xmlns:p14="http://schemas.microsoft.com/office/powerpoint/2010/main" val="2393715161"/>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Title and Content">
    <p:spTree>
      <p:nvGrpSpPr>
        <p:cNvPr id="1" name=""/>
        <p:cNvGrpSpPr/>
        <p:nvPr/>
      </p:nvGrpSpPr>
      <p:grpSpPr>
        <a:xfrm>
          <a:off x="0" y="0"/>
          <a:ext cx="0" cy="0"/>
          <a:chOff x="0" y="0"/>
          <a:chExt cx="0" cy="0"/>
        </a:xfrm>
      </p:grpSpPr>
      <p:sp>
        <p:nvSpPr>
          <p:cNvPr id="4" name="Rectangle 6"/>
          <p:cNvSpPr>
            <a:spLocks noChangeArrowheads="1"/>
          </p:cNvSpPr>
          <p:nvPr/>
        </p:nvSpPr>
        <p:spPr bwMode="auto">
          <a:xfrm>
            <a:off x="0" y="0"/>
            <a:ext cx="9144000" cy="914400"/>
          </a:xfrm>
          <a:prstGeom prst="rect">
            <a:avLst/>
          </a:prstGeom>
          <a:solidFill>
            <a:srgbClr val="69B3E7"/>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nchor="ctr"/>
          <a:lstStyle/>
          <a:p>
            <a:pPr algn="ctr" eaLnBrk="1"/>
            <a:endParaRPr lang="en-US">
              <a:solidFill>
                <a:srgbClr val="FFFFFF"/>
              </a:solidFill>
            </a:endParaRPr>
          </a:p>
        </p:txBody>
      </p:sp>
      <p:sp>
        <p:nvSpPr>
          <p:cNvPr id="5" name="Rectangle 7"/>
          <p:cNvSpPr>
            <a:spLocks noChangeArrowheads="1"/>
          </p:cNvSpPr>
          <p:nvPr/>
        </p:nvSpPr>
        <p:spPr bwMode="auto">
          <a:xfrm>
            <a:off x="0" y="6675438"/>
            <a:ext cx="9144000" cy="182562"/>
          </a:xfrm>
          <a:prstGeom prst="rect">
            <a:avLst/>
          </a:prstGeom>
          <a:solidFill>
            <a:srgbClr val="FFC72C"/>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nchor="ctr"/>
          <a:lstStyle/>
          <a:p>
            <a:pPr algn="ctr" eaLnBrk="1"/>
            <a:endParaRPr lang="en-US">
              <a:solidFill>
                <a:srgbClr val="FFFFFF"/>
              </a:solidFill>
            </a:endParaRPr>
          </a:p>
        </p:txBody>
      </p:sp>
      <p:pic>
        <p:nvPicPr>
          <p:cNvPr id="6" name="Picture 12" descr="Picture 1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47013" y="322263"/>
            <a:ext cx="668337" cy="26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
        <p:nvSpPr>
          <p:cNvPr id="50" name="Title Text"/>
          <p:cNvSpPr txBox="1">
            <a:spLocks noGrp="1"/>
          </p:cNvSpPr>
          <p:nvPr>
            <p:ph type="title"/>
          </p:nvPr>
        </p:nvSpPr>
        <p:spPr>
          <a:xfrm>
            <a:off x="628650" y="1233169"/>
            <a:ext cx="7886700" cy="1325563"/>
          </a:xfrm>
          <a:prstGeom prst="rect">
            <a:avLst/>
          </a:prstGeom>
        </p:spPr>
        <p:txBody>
          <a:bodyPr/>
          <a:lstStyle/>
          <a:p>
            <a:r>
              <a:t>Title Text</a:t>
            </a:r>
          </a:p>
        </p:txBody>
      </p:sp>
      <p:sp>
        <p:nvSpPr>
          <p:cNvPr id="51" name="Body Level One…"/>
          <p:cNvSpPr txBox="1">
            <a:spLocks noGrp="1"/>
          </p:cNvSpPr>
          <p:nvPr>
            <p:ph type="body" idx="1"/>
          </p:nvPr>
        </p:nvSpPr>
        <p:spPr>
          <a:xfrm>
            <a:off x="628650" y="2693670"/>
            <a:ext cx="7886700" cy="3476724"/>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7" name="Slide Number"/>
          <p:cNvSpPr txBox="1">
            <a:spLocks noGrp="1" noChangeArrowheads="1"/>
          </p:cNvSpPr>
          <p:nvPr>
            <p:ph type="sldNum" sz="quarter" idx="10"/>
          </p:nvPr>
        </p:nvSpPr>
        <p:spPr>
          <a:xfrm>
            <a:off x="8256588" y="6415088"/>
            <a:ext cx="258762" cy="247650"/>
          </a:xfrm>
        </p:spPr>
        <p:txBody>
          <a:bodyPr/>
          <a:lstStyle>
            <a:lvl1pPr>
              <a:defRPr>
                <a:solidFill>
                  <a:srgbClr val="000000"/>
                </a:solidFill>
              </a:defRPr>
            </a:lvl1pPr>
          </a:lstStyle>
          <a:p>
            <a:fld id="{21AB70E9-0C36-4B02-B6C5-FE815BCF100F}" type="slidenum">
              <a:rPr lang="en-US"/>
              <a:pPr/>
              <a:t>‹#›</a:t>
            </a:fld>
            <a:endParaRPr lang="en-US"/>
          </a:p>
        </p:txBody>
      </p:sp>
    </p:spTree>
    <p:extLst>
      <p:ext uri="{BB962C8B-B14F-4D97-AF65-F5344CB8AC3E}">
        <p14:creationId xmlns:p14="http://schemas.microsoft.com/office/powerpoint/2010/main" val="2776409123"/>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Blank">
    <p:spTree>
      <p:nvGrpSpPr>
        <p:cNvPr id="1" name=""/>
        <p:cNvGrpSpPr/>
        <p:nvPr/>
      </p:nvGrpSpPr>
      <p:grpSpPr>
        <a:xfrm>
          <a:off x="0" y="0"/>
          <a:ext cx="0" cy="0"/>
          <a:chOff x="0" y="0"/>
          <a:chExt cx="0" cy="0"/>
        </a:xfrm>
      </p:grpSpPr>
      <p:sp>
        <p:nvSpPr>
          <p:cNvPr id="2" name="Rectangle 4"/>
          <p:cNvSpPr>
            <a:spLocks noChangeArrowheads="1"/>
          </p:cNvSpPr>
          <p:nvPr/>
        </p:nvSpPr>
        <p:spPr bwMode="auto">
          <a:xfrm>
            <a:off x="0" y="0"/>
            <a:ext cx="9144000" cy="6858000"/>
          </a:xfrm>
          <a:prstGeom prst="rect">
            <a:avLst/>
          </a:prstGeom>
          <a:solidFill>
            <a:srgbClr val="69B3E7"/>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nchor="ctr"/>
          <a:lstStyle/>
          <a:p>
            <a:pPr algn="ctr" eaLnBrk="1"/>
            <a:endParaRPr lang="en-US">
              <a:solidFill>
                <a:srgbClr val="FFFFFF"/>
              </a:solidFill>
            </a:endParaRPr>
          </a:p>
        </p:txBody>
      </p:sp>
      <p:sp>
        <p:nvSpPr>
          <p:cNvPr id="3" name="Rectangle 5"/>
          <p:cNvSpPr>
            <a:spLocks noChangeArrowheads="1"/>
          </p:cNvSpPr>
          <p:nvPr/>
        </p:nvSpPr>
        <p:spPr bwMode="auto">
          <a:xfrm>
            <a:off x="0" y="6675438"/>
            <a:ext cx="9144000" cy="182562"/>
          </a:xfrm>
          <a:prstGeom prst="rect">
            <a:avLst/>
          </a:prstGeom>
          <a:solidFill>
            <a:srgbClr val="FFC72C"/>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nchor="ctr"/>
          <a:lstStyle/>
          <a:p>
            <a:pPr algn="ctr" eaLnBrk="1"/>
            <a:endParaRPr lang="en-US">
              <a:solidFill>
                <a:srgbClr val="FFFFFF"/>
              </a:solidFill>
            </a:endParaRPr>
          </a:p>
        </p:txBody>
      </p:sp>
      <p:pic>
        <p:nvPicPr>
          <p:cNvPr id="4" name="Picture 8" descr="Picture 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47013" y="322263"/>
            <a:ext cx="668337" cy="26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
        <p:nvSpPr>
          <p:cNvPr id="6" name="Slide Number"/>
          <p:cNvSpPr txBox="1">
            <a:spLocks noGrp="1" noChangeArrowheads="1"/>
          </p:cNvSpPr>
          <p:nvPr>
            <p:ph type="sldNum" sz="quarter" idx="10"/>
          </p:nvPr>
        </p:nvSpPr>
        <p:spPr>
          <a:xfrm>
            <a:off x="8256588" y="6415088"/>
            <a:ext cx="258762" cy="247650"/>
          </a:xfrm>
        </p:spPr>
        <p:txBody>
          <a:bodyPr/>
          <a:lstStyle>
            <a:lvl1pPr>
              <a:defRPr/>
            </a:lvl1pPr>
          </a:lstStyle>
          <a:p>
            <a:fld id="{95239AD8-75AE-4DC9-8804-443BD584795C}" type="slidenum">
              <a:rPr lang="en-US"/>
              <a:pPr/>
              <a:t>‹#›</a:t>
            </a:fld>
            <a:endParaRPr lang="en-US"/>
          </a:p>
        </p:txBody>
      </p:sp>
      <p:pic>
        <p:nvPicPr>
          <p:cNvPr id="21505" name="Picture 1"/>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685800" y="-685800"/>
            <a:ext cx="6175375" cy="6175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46688120"/>
      </p:ext>
    </p:extLst>
  </p:cSld>
  <p:clrMapOvr>
    <a:masterClrMapping/>
  </p:clrMapOvr>
  <p:transition spd="med"/>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6" name="Rectangle 9"/>
          <p:cNvSpPr>
            <a:spLocks noChangeArrowheads="1"/>
          </p:cNvSpPr>
          <p:nvPr/>
        </p:nvSpPr>
        <p:spPr bwMode="auto">
          <a:xfrm>
            <a:off x="0" y="0"/>
            <a:ext cx="9144000" cy="2743200"/>
          </a:xfrm>
          <a:prstGeom prst="rect">
            <a:avLst/>
          </a:prstGeom>
          <a:solidFill>
            <a:srgbClr val="69B3E7"/>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nchor="ctr"/>
          <a:lstStyle/>
          <a:p>
            <a:pPr algn="ctr" eaLnBrk="1"/>
            <a:endParaRPr lang="en-US">
              <a:solidFill>
                <a:srgbClr val="FFFFFF"/>
              </a:solidFill>
            </a:endParaRPr>
          </a:p>
        </p:txBody>
      </p:sp>
      <p:sp>
        <p:nvSpPr>
          <p:cNvPr id="1028" name="Rectangle 12"/>
          <p:cNvSpPr>
            <a:spLocks noChangeArrowheads="1"/>
          </p:cNvSpPr>
          <p:nvPr/>
        </p:nvSpPr>
        <p:spPr bwMode="auto">
          <a:xfrm>
            <a:off x="0" y="2651125"/>
            <a:ext cx="9144000" cy="92075"/>
          </a:xfrm>
          <a:prstGeom prst="rect">
            <a:avLst/>
          </a:prstGeom>
          <a:solidFill>
            <a:srgbClr val="FFC72C"/>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45719" rIns="45719" anchor="ctr"/>
          <a:lstStyle/>
          <a:p>
            <a:pPr algn="ctr" eaLnBrk="1"/>
            <a:endParaRPr lang="en-US">
              <a:solidFill>
                <a:srgbClr val="FFFFFF"/>
              </a:solidFill>
            </a:endParaRPr>
          </a:p>
        </p:txBody>
      </p:sp>
      <p:pic>
        <p:nvPicPr>
          <p:cNvPr id="1029" name="Picture 6" descr="Picture 6"/>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772150" y="6175375"/>
            <a:ext cx="27432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
        <p:nvSpPr>
          <p:cNvPr id="1030" name="Title Text"/>
          <p:cNvSpPr txBox="1">
            <a:spLocks noGrp="1" noChangeArrowheads="1"/>
          </p:cNvSpPr>
          <p:nvPr>
            <p:ph type="title"/>
          </p:nvPr>
        </p:nvSpPr>
        <p:spPr bwMode="auto">
          <a:xfrm>
            <a:off x="457200" y="92075"/>
            <a:ext cx="8229600" cy="150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vert="horz" wrap="square" lIns="45719" tIns="45720" rIns="45719" bIns="45720" numCol="1" anchor="ctr" anchorCtr="0" compatLnSpc="1">
            <a:prstTxWarp prst="textNoShape">
              <a:avLst/>
            </a:prstTxWarp>
          </a:bodyPr>
          <a:lstStyle/>
          <a:p>
            <a:pPr lvl="0"/>
            <a:r>
              <a:rPr lang="en-US" smtClean="0">
                <a:sym typeface="Calibri Light" pitchFamily="34" charset="0"/>
              </a:rPr>
              <a:t>Title Text</a:t>
            </a:r>
          </a:p>
        </p:txBody>
      </p:sp>
      <p:sp>
        <p:nvSpPr>
          <p:cNvPr id="1031" name="Body Level One…"/>
          <p:cNvSpPr txBox="1">
            <a:spLocks noGrp="1" noChangeArrowheads="1"/>
          </p:cNvSpPr>
          <p:nvPr>
            <p:ph type="body" idx="1"/>
          </p:nvPr>
        </p:nvSpPr>
        <p:spPr bwMode="auto">
          <a:xfrm>
            <a:off x="457200" y="1600200"/>
            <a:ext cx="8229600"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vert="horz" wrap="square" lIns="45719" tIns="45720" rIns="45719" bIns="45720" numCol="1" anchor="t" anchorCtr="0" compatLnSpc="1">
            <a:prstTxWarp prst="textNoShape">
              <a:avLst/>
            </a:prstTxWarp>
          </a:bodyPr>
          <a:lstStyle/>
          <a:p>
            <a:pPr lvl="0"/>
            <a:r>
              <a:rPr lang="en-US" smtClean="0">
                <a:sym typeface="Calibri" pitchFamily="34" charset="0"/>
              </a:rPr>
              <a:t>Body Level One</a:t>
            </a:r>
          </a:p>
          <a:p>
            <a:pPr lvl="1"/>
            <a:r>
              <a:rPr lang="en-US" smtClean="0">
                <a:sym typeface="Calibri" pitchFamily="34" charset="0"/>
              </a:rPr>
              <a:t>Body Level Two</a:t>
            </a:r>
          </a:p>
          <a:p>
            <a:pPr lvl="2"/>
            <a:r>
              <a:rPr lang="en-US" smtClean="0">
                <a:sym typeface="Calibri" pitchFamily="34" charset="0"/>
              </a:rPr>
              <a:t>Body Level Three</a:t>
            </a:r>
          </a:p>
          <a:p>
            <a:pPr lvl="3"/>
            <a:r>
              <a:rPr lang="en-US" smtClean="0">
                <a:sym typeface="Calibri" pitchFamily="34" charset="0"/>
              </a:rPr>
              <a:t>Body Level Four</a:t>
            </a:r>
          </a:p>
          <a:p>
            <a:pPr lvl="4"/>
            <a:r>
              <a:rPr lang="en-US" smtClean="0">
                <a:sym typeface="Calibri" pitchFamily="34" charset="0"/>
              </a:rPr>
              <a:t>Body Level Five</a:t>
            </a:r>
          </a:p>
        </p:txBody>
      </p:sp>
      <p:sp>
        <p:nvSpPr>
          <p:cNvPr id="1032" name="Slide Number"/>
          <p:cNvSpPr txBox="1">
            <a:spLocks noGrp="1" noChangeArrowheads="1"/>
          </p:cNvSpPr>
          <p:nvPr>
            <p:ph type="sldNum" sz="quarter" idx="2"/>
          </p:nvPr>
        </p:nvSpPr>
        <p:spPr bwMode="auto">
          <a:xfrm>
            <a:off x="4419600" y="6172200"/>
            <a:ext cx="21336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vert="horz" wrap="none" lIns="45719" tIns="45720" rIns="45719" bIns="45720" numCol="1" anchor="ctr" anchorCtr="0" compatLnSpc="1">
            <a:prstTxWarp prst="textNoShape">
              <a:avLst/>
            </a:prstTxWarp>
            <a:spAutoFit/>
          </a:bodyPr>
          <a:lstStyle>
            <a:lvl1pPr algn="r" eaLnBrk="1">
              <a:defRPr sz="1200">
                <a:solidFill>
                  <a:srgbClr val="888888"/>
                </a:solidFill>
              </a:defRPr>
            </a:lvl1pPr>
          </a:lstStyle>
          <a:p>
            <a:fld id="{9E8976D5-FB26-4A21-A9C9-D0FECC56107B}" type="slidenum">
              <a:rPr lang="en-US"/>
              <a:pPr/>
              <a:t>‹#›</a:t>
            </a:fld>
            <a:endParaRPr lang="en-US"/>
          </a:p>
        </p:txBody>
      </p:sp>
      <p:pic>
        <p:nvPicPr>
          <p:cNvPr id="1033" name="Picture 9"/>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6226175" y="-228600"/>
            <a:ext cx="3078163" cy="3078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Lst>
  <p:transition spd="med"/>
  <p:timing>
    <p:tnLst>
      <p:par>
        <p:cTn id="1" dur="indefinite" restart="never" nodeType="tmRoot"/>
      </p:par>
    </p:tnLst>
  </p:timing>
  <p:txStyles>
    <p:titleStyle>
      <a:lvl1pPr algn="l" defTabSz="912813" rtl="0" eaLnBrk="0" fontAlgn="base" hangingPunct="0">
        <a:lnSpc>
          <a:spcPct val="90000"/>
        </a:lnSpc>
        <a:spcBef>
          <a:spcPct val="0"/>
        </a:spcBef>
        <a:spcAft>
          <a:spcPct val="0"/>
        </a:spcAft>
        <a:defRPr sz="4400">
          <a:solidFill>
            <a:srgbClr val="000000"/>
          </a:solidFill>
          <a:latin typeface="Calibri Light"/>
          <a:ea typeface="Calibri Light"/>
          <a:cs typeface="Calibri Light"/>
          <a:sym typeface="Calibri Light" pitchFamily="34" charset="0"/>
        </a:defRPr>
      </a:lvl1pPr>
      <a:lvl2pPr algn="l" defTabSz="912813" rtl="0" eaLnBrk="0" fontAlgn="base" hangingPunct="0">
        <a:lnSpc>
          <a:spcPct val="90000"/>
        </a:lnSpc>
        <a:spcBef>
          <a:spcPct val="0"/>
        </a:spcBef>
        <a:spcAft>
          <a:spcPct val="0"/>
        </a:spcAft>
        <a:defRPr sz="4400">
          <a:solidFill>
            <a:srgbClr val="000000"/>
          </a:solidFill>
          <a:latin typeface="Calibri Light"/>
          <a:ea typeface="Calibri Light"/>
          <a:cs typeface="Calibri Light"/>
          <a:sym typeface="Calibri Light" pitchFamily="34" charset="0"/>
        </a:defRPr>
      </a:lvl2pPr>
      <a:lvl3pPr algn="l" defTabSz="912813" rtl="0" eaLnBrk="0" fontAlgn="base" hangingPunct="0">
        <a:lnSpc>
          <a:spcPct val="90000"/>
        </a:lnSpc>
        <a:spcBef>
          <a:spcPct val="0"/>
        </a:spcBef>
        <a:spcAft>
          <a:spcPct val="0"/>
        </a:spcAft>
        <a:defRPr sz="4400">
          <a:solidFill>
            <a:srgbClr val="000000"/>
          </a:solidFill>
          <a:latin typeface="Calibri Light"/>
          <a:ea typeface="Calibri Light"/>
          <a:cs typeface="Calibri Light"/>
          <a:sym typeface="Calibri Light" pitchFamily="34" charset="0"/>
        </a:defRPr>
      </a:lvl3pPr>
      <a:lvl4pPr algn="l" defTabSz="912813" rtl="0" eaLnBrk="0" fontAlgn="base" hangingPunct="0">
        <a:lnSpc>
          <a:spcPct val="90000"/>
        </a:lnSpc>
        <a:spcBef>
          <a:spcPct val="0"/>
        </a:spcBef>
        <a:spcAft>
          <a:spcPct val="0"/>
        </a:spcAft>
        <a:defRPr sz="4400">
          <a:solidFill>
            <a:srgbClr val="000000"/>
          </a:solidFill>
          <a:latin typeface="Calibri Light"/>
          <a:ea typeface="Calibri Light"/>
          <a:cs typeface="Calibri Light"/>
          <a:sym typeface="Calibri Light" pitchFamily="34" charset="0"/>
        </a:defRPr>
      </a:lvl4pPr>
      <a:lvl5pPr algn="l" defTabSz="912813" rtl="0" eaLnBrk="0" fontAlgn="base" hangingPunct="0">
        <a:lnSpc>
          <a:spcPct val="90000"/>
        </a:lnSpc>
        <a:spcBef>
          <a:spcPct val="0"/>
        </a:spcBef>
        <a:spcAft>
          <a:spcPct val="0"/>
        </a:spcAft>
        <a:defRPr sz="4400">
          <a:solidFill>
            <a:srgbClr val="000000"/>
          </a:solidFill>
          <a:latin typeface="Calibri Light"/>
          <a:ea typeface="Calibri Light"/>
          <a:cs typeface="Calibri Light"/>
          <a:sym typeface="Calibri Light" pitchFamily="34" charset="0"/>
        </a:defRPr>
      </a:lvl5pPr>
      <a:lvl6pPr marL="0" marR="0" indent="0" algn="l" defTabSz="914377"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6pPr>
      <a:lvl7pPr marL="0" marR="0" indent="0" algn="l" defTabSz="914377"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7pPr>
      <a:lvl8pPr marL="0" marR="0" indent="0" algn="l" defTabSz="914377"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8pPr>
      <a:lvl9pPr marL="0" marR="0" indent="0" algn="l" defTabSz="914377"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9pPr>
    </p:titleStyle>
    <p:bodyStyle>
      <a:lvl1pPr marL="227013" indent="-227013" algn="l" defTabSz="912813" rtl="0" eaLnBrk="0" fontAlgn="base" hangingPunct="0">
        <a:lnSpc>
          <a:spcPct val="90000"/>
        </a:lnSpc>
        <a:spcBef>
          <a:spcPts val="1000"/>
        </a:spcBef>
        <a:spcAft>
          <a:spcPct val="0"/>
        </a:spcAft>
        <a:buSzPct val="100000"/>
        <a:buFont typeface="Arial" charset="0"/>
        <a:buChar char="•"/>
        <a:defRPr sz="2800">
          <a:solidFill>
            <a:srgbClr val="000000"/>
          </a:solidFill>
          <a:latin typeface="+mj-lt"/>
          <a:ea typeface="+mj-ea"/>
          <a:cs typeface="+mj-cs"/>
          <a:sym typeface="Calibri" pitchFamily="34" charset="0"/>
        </a:defRPr>
      </a:lvl1pPr>
      <a:lvl2pPr marL="722313" indent="-265113" algn="l" defTabSz="912813" rtl="0" eaLnBrk="0" fontAlgn="base" hangingPunct="0">
        <a:lnSpc>
          <a:spcPct val="90000"/>
        </a:lnSpc>
        <a:spcBef>
          <a:spcPts val="1000"/>
        </a:spcBef>
        <a:spcAft>
          <a:spcPct val="0"/>
        </a:spcAft>
        <a:buSzPct val="100000"/>
        <a:buFont typeface="Arial" charset="0"/>
        <a:buChar char="•"/>
        <a:defRPr sz="2800">
          <a:solidFill>
            <a:srgbClr val="000000"/>
          </a:solidFill>
          <a:latin typeface="+mj-lt"/>
          <a:ea typeface="+mj-ea"/>
          <a:cs typeface="+mj-cs"/>
          <a:sym typeface="Calibri" pitchFamily="34" charset="0"/>
        </a:defRPr>
      </a:lvl2pPr>
      <a:lvl3pPr marL="1233488" indent="-319088" algn="l" defTabSz="912813" rtl="0" eaLnBrk="0" fontAlgn="base" hangingPunct="0">
        <a:lnSpc>
          <a:spcPct val="90000"/>
        </a:lnSpc>
        <a:spcBef>
          <a:spcPts val="1000"/>
        </a:spcBef>
        <a:spcAft>
          <a:spcPct val="0"/>
        </a:spcAft>
        <a:buSzPct val="100000"/>
        <a:buFont typeface="Arial" charset="0"/>
        <a:buChar char="•"/>
        <a:defRPr sz="2800">
          <a:solidFill>
            <a:srgbClr val="000000"/>
          </a:solidFill>
          <a:latin typeface="+mj-lt"/>
          <a:ea typeface="+mj-ea"/>
          <a:cs typeface="+mj-cs"/>
          <a:sym typeface="Calibri" pitchFamily="34" charset="0"/>
        </a:defRPr>
      </a:lvl3pPr>
      <a:lvl4pPr marL="1725613" indent="-354013" algn="l" defTabSz="912813" rtl="0" eaLnBrk="0" fontAlgn="base" hangingPunct="0">
        <a:lnSpc>
          <a:spcPct val="90000"/>
        </a:lnSpc>
        <a:spcBef>
          <a:spcPts val="1000"/>
        </a:spcBef>
        <a:spcAft>
          <a:spcPct val="0"/>
        </a:spcAft>
        <a:buSzPct val="100000"/>
        <a:buFont typeface="Arial" charset="0"/>
        <a:buChar char="•"/>
        <a:defRPr sz="2800">
          <a:solidFill>
            <a:srgbClr val="000000"/>
          </a:solidFill>
          <a:latin typeface="+mj-lt"/>
          <a:ea typeface="+mj-ea"/>
          <a:cs typeface="+mj-cs"/>
          <a:sym typeface="Calibri" pitchFamily="34" charset="0"/>
        </a:defRPr>
      </a:lvl4pPr>
      <a:lvl5pPr marL="2182813" indent="-354013" algn="l" defTabSz="912813" rtl="0" eaLnBrk="0" fontAlgn="base" hangingPunct="0">
        <a:lnSpc>
          <a:spcPct val="90000"/>
        </a:lnSpc>
        <a:spcBef>
          <a:spcPts val="1000"/>
        </a:spcBef>
        <a:spcAft>
          <a:spcPct val="0"/>
        </a:spcAft>
        <a:buSzPct val="100000"/>
        <a:buFont typeface="Arial" charset="0"/>
        <a:buChar char="•"/>
        <a:defRPr sz="2800">
          <a:solidFill>
            <a:srgbClr val="000000"/>
          </a:solidFill>
          <a:latin typeface="+mj-lt"/>
          <a:ea typeface="+mj-ea"/>
          <a:cs typeface="+mj-cs"/>
          <a:sym typeface="Calibri" pitchFamily="34" charset="0"/>
        </a:defRPr>
      </a:lvl5pPr>
      <a:lvl6pPr marL="2641533" marR="0" indent="-355590" algn="l" defTabSz="914377"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6pPr>
      <a:lvl7pPr marL="3098722" marR="0" indent="-355590" algn="l" defTabSz="914377"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7pPr>
      <a:lvl8pPr marL="3555910" marR="0" indent="-355590" algn="l" defTabSz="914377"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8pPr>
      <a:lvl9pPr marL="4013099" marR="0" indent="-355590" algn="l" defTabSz="914377"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9pPr>
    </p:bodyStyle>
    <p:otherStyle>
      <a:lvl1pPr marL="0" marR="0" indent="0" algn="r" defTabSz="6858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1pPr>
      <a:lvl2pPr marL="0" marR="0" indent="342900" algn="r" defTabSz="6858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2pPr>
      <a:lvl3pPr marL="0" marR="0" indent="685800" algn="r" defTabSz="6858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3pPr>
      <a:lvl4pPr marL="0" marR="0" indent="1028700" algn="r" defTabSz="6858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4pPr>
      <a:lvl5pPr marL="0" marR="0" indent="1371600" algn="r" defTabSz="6858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5pPr>
      <a:lvl6pPr marL="0" marR="0" indent="1714500" algn="r" defTabSz="6858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6pPr>
      <a:lvl7pPr marL="0" marR="0" indent="2057400" algn="r" defTabSz="6858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7pPr>
      <a:lvl8pPr marL="0" marR="0" indent="2400300" algn="r" defTabSz="6858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8pPr>
      <a:lvl9pPr marL="0" marR="0" indent="2743200" algn="r" defTabSz="6858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2"/>
          <p:cNvSpPr txBox="1">
            <a:spLocks noChangeArrowheads="1"/>
          </p:cNvSpPr>
          <p:nvPr/>
        </p:nvSpPr>
        <p:spPr bwMode="auto">
          <a:xfrm>
            <a:off x="561975" y="646113"/>
            <a:ext cx="790257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9" rIns="45719" anchor="ctr"/>
          <a:lstStyle>
            <a:lvl1pPr>
              <a:defRPr sz="1300">
                <a:solidFill>
                  <a:srgbClr val="000000"/>
                </a:solidFill>
                <a:latin typeface="Calibri" pitchFamily="34" charset="0"/>
                <a:cs typeface="Calibri" pitchFamily="34" charset="0"/>
                <a:sym typeface="Calibri" pitchFamily="34" charset="0"/>
              </a:defRPr>
            </a:lvl1pPr>
            <a:lvl2pPr>
              <a:defRPr sz="1300">
                <a:solidFill>
                  <a:srgbClr val="000000"/>
                </a:solidFill>
                <a:latin typeface="Calibri" pitchFamily="34" charset="0"/>
                <a:cs typeface="Calibri" pitchFamily="34" charset="0"/>
                <a:sym typeface="Calibri" pitchFamily="34" charset="0"/>
              </a:defRPr>
            </a:lvl2pPr>
            <a:lvl3pPr>
              <a:defRPr sz="1300">
                <a:solidFill>
                  <a:srgbClr val="000000"/>
                </a:solidFill>
                <a:latin typeface="Calibri" pitchFamily="34" charset="0"/>
                <a:cs typeface="Calibri" pitchFamily="34" charset="0"/>
                <a:sym typeface="Calibri" pitchFamily="34" charset="0"/>
              </a:defRPr>
            </a:lvl3pPr>
            <a:lvl4pPr>
              <a:defRPr sz="1300">
                <a:solidFill>
                  <a:srgbClr val="000000"/>
                </a:solidFill>
                <a:latin typeface="Calibri" pitchFamily="34" charset="0"/>
                <a:cs typeface="Calibri" pitchFamily="34" charset="0"/>
                <a:sym typeface="Calibri" pitchFamily="34" charset="0"/>
              </a:defRPr>
            </a:lvl4pPr>
            <a:lvl5pPr>
              <a:defRPr sz="1300">
                <a:solidFill>
                  <a:srgbClr val="000000"/>
                </a:solidFill>
                <a:latin typeface="Calibri" pitchFamily="34" charset="0"/>
                <a:cs typeface="Calibri" pitchFamily="34" charset="0"/>
                <a:sym typeface="Calibri" pitchFamily="34" charset="0"/>
              </a:defRPr>
            </a:lvl5pPr>
            <a:lvl6pPr marL="4572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6pPr>
            <a:lvl7pPr marL="9144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7pPr>
            <a:lvl8pPr marL="13716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8pPr>
            <a:lvl9pPr marL="18288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9pPr>
          </a:lstStyle>
          <a:p>
            <a:pPr defTabSz="914400" eaLnBrk="1">
              <a:lnSpc>
                <a:spcPct val="90000"/>
              </a:lnSpc>
            </a:pPr>
            <a:r>
              <a:rPr lang="en-US" sz="4000" b="1" dirty="0">
                <a:solidFill>
                  <a:srgbClr val="FFFFFF"/>
                </a:solidFill>
                <a:latin typeface="Calibri Light" pitchFamily="34" charset="0"/>
                <a:cs typeface="Calibri Light" pitchFamily="34" charset="0"/>
                <a:sym typeface="Calibri Light" pitchFamily="34" charset="0"/>
              </a:rPr>
              <a:t>Sign Language Recognition Using CNN</a:t>
            </a:r>
          </a:p>
        </p:txBody>
      </p:sp>
      <p:sp>
        <p:nvSpPr>
          <p:cNvPr id="7171" name="TextBox 8"/>
          <p:cNvSpPr txBox="1">
            <a:spLocks noChangeArrowheads="1"/>
          </p:cNvSpPr>
          <p:nvPr/>
        </p:nvSpPr>
        <p:spPr bwMode="auto">
          <a:xfrm>
            <a:off x="708025" y="5772150"/>
            <a:ext cx="2392128"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wrap="none" lIns="45719" rIns="45719">
            <a:spAutoFit/>
          </a:bodyPr>
          <a:lstStyle/>
          <a:p>
            <a:pPr eaLnBrk="1"/>
            <a:r>
              <a:rPr lang="en-US" sz="1400" dirty="0"/>
              <a:t>By: Michael </a:t>
            </a:r>
            <a:r>
              <a:rPr lang="en-US" sz="1400" dirty="0" err="1"/>
              <a:t>Tesis</a:t>
            </a:r>
            <a:r>
              <a:rPr lang="en-US" sz="1400" dirty="0"/>
              <a:t>, Robert </a:t>
            </a:r>
            <a:r>
              <a:rPr lang="en-US" sz="1400" dirty="0" smtClean="0"/>
              <a:t>Mullis</a:t>
            </a:r>
          </a:p>
          <a:p>
            <a:pPr eaLnBrk="1"/>
            <a:r>
              <a:rPr lang="en-US" sz="1400" dirty="0" smtClean="0"/>
              <a:t>Date: </a:t>
            </a:r>
            <a:r>
              <a:rPr lang="en-US" sz="1400" dirty="0" smtClean="0"/>
              <a:t>4/6</a:t>
            </a:r>
            <a:r>
              <a:rPr lang="en-US" sz="1400" dirty="0" smtClean="0"/>
              <a:t>/2026</a:t>
            </a:r>
          </a:p>
          <a:p>
            <a:pPr eaLnBrk="1"/>
            <a:r>
              <a:rPr lang="en-US" sz="1400" dirty="0" smtClean="0"/>
              <a:t>AI700-001_BK_Spring </a:t>
            </a:r>
            <a:r>
              <a:rPr lang="en-US" sz="1400" dirty="0"/>
              <a:t>2026</a:t>
            </a:r>
          </a:p>
        </p:txBody>
      </p:sp>
      <p:pic>
        <p:nvPicPr>
          <p:cNvPr id="7172" name="Picture 2" descr="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4888" y="3082925"/>
            <a:ext cx="7016750" cy="2455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Tree>
  </p:cSld>
  <p:clrMapOvr>
    <a:masterClrMapping/>
  </p:clrMapOvr>
  <p:transition spd="med"/>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ontent Placeholder 2"/>
          <p:cNvSpPr txBox="1">
            <a:spLocks noGrp="1"/>
          </p:cNvSpPr>
          <p:nvPr>
            <p:ph type="body" idx="1"/>
          </p:nvPr>
        </p:nvSpPr>
        <p:spPr>
          <a:xfrm>
            <a:off x="628650" y="1066800"/>
            <a:ext cx="7886700" cy="5562600"/>
          </a:xfrm>
        </p:spPr>
        <p:txBody>
          <a:bodyPr>
            <a:normAutofit fontScale="92500" lnSpcReduction="20000"/>
          </a:bodyPr>
          <a:lstStyle/>
          <a:p>
            <a:pPr marL="478345" indent="-478345" defTabSz="850370" eaLnBrk="1" fontAlgn="auto" hangingPunct="1">
              <a:lnSpc>
                <a:spcPct val="81000"/>
              </a:lnSpc>
              <a:spcBef>
                <a:spcPts val="900"/>
              </a:spcBef>
              <a:spcAft>
                <a:spcPts val="0"/>
              </a:spcAft>
              <a:buFontTx/>
              <a:buAutoNum type="arabicPeriod"/>
              <a:defRPr sz="2046"/>
            </a:pPr>
            <a:r>
              <a:rPr sz="2046" dirty="0">
                <a:sym typeface="Calibri"/>
              </a:rPr>
              <a:t>Title</a:t>
            </a:r>
          </a:p>
          <a:p>
            <a:pPr marL="478345" indent="-478345" defTabSz="850370" eaLnBrk="1" fontAlgn="auto" hangingPunct="1">
              <a:lnSpc>
                <a:spcPct val="81000"/>
              </a:lnSpc>
              <a:spcBef>
                <a:spcPts val="900"/>
              </a:spcBef>
              <a:spcAft>
                <a:spcPts val="0"/>
              </a:spcAft>
              <a:buFontTx/>
              <a:buAutoNum type="arabicPeriod"/>
              <a:defRPr sz="2046"/>
            </a:pPr>
            <a:r>
              <a:rPr sz="2046" dirty="0">
                <a:sym typeface="Calibri"/>
              </a:rPr>
              <a:t>Outlines</a:t>
            </a:r>
          </a:p>
          <a:p>
            <a:pPr marL="478345" indent="-478345" defTabSz="850370" eaLnBrk="1" fontAlgn="auto" hangingPunct="1">
              <a:lnSpc>
                <a:spcPct val="81000"/>
              </a:lnSpc>
              <a:spcBef>
                <a:spcPts val="900"/>
              </a:spcBef>
              <a:spcAft>
                <a:spcPts val="0"/>
              </a:spcAft>
              <a:buFontTx/>
              <a:buAutoNum type="arabicPeriod"/>
              <a:defRPr sz="2046"/>
            </a:pPr>
            <a:r>
              <a:rPr sz="2046" dirty="0">
                <a:sym typeface="Calibri"/>
              </a:rPr>
              <a:t>Introduction: Motivation and Problem Definition</a:t>
            </a:r>
          </a:p>
          <a:p>
            <a:pPr marL="478345" indent="-478345" defTabSz="850370" eaLnBrk="1" fontAlgn="auto" hangingPunct="1">
              <a:lnSpc>
                <a:spcPct val="81000"/>
              </a:lnSpc>
              <a:spcBef>
                <a:spcPts val="900"/>
              </a:spcBef>
              <a:spcAft>
                <a:spcPts val="0"/>
              </a:spcAft>
              <a:buFontTx/>
              <a:buAutoNum type="arabicPeriod"/>
              <a:defRPr sz="2046"/>
            </a:pPr>
            <a:r>
              <a:rPr sz="2046" dirty="0">
                <a:sym typeface="Calibri"/>
              </a:rPr>
              <a:t>Application</a:t>
            </a:r>
          </a:p>
          <a:p>
            <a:pPr marL="478345" indent="-478345" defTabSz="850370" eaLnBrk="1" fontAlgn="auto" hangingPunct="1">
              <a:lnSpc>
                <a:spcPct val="81000"/>
              </a:lnSpc>
              <a:spcBef>
                <a:spcPts val="900"/>
              </a:spcBef>
              <a:spcAft>
                <a:spcPts val="0"/>
              </a:spcAft>
              <a:buFontTx/>
              <a:buAutoNum type="arabicPeriod"/>
              <a:defRPr sz="2046"/>
            </a:pPr>
            <a:r>
              <a:rPr sz="2046" dirty="0">
                <a:sym typeface="Calibri"/>
              </a:rPr>
              <a:t>Literature Review</a:t>
            </a:r>
          </a:p>
          <a:p>
            <a:pPr marL="478345" indent="-478345" defTabSz="850370" eaLnBrk="1" fontAlgn="auto" hangingPunct="1">
              <a:lnSpc>
                <a:spcPct val="81000"/>
              </a:lnSpc>
              <a:spcBef>
                <a:spcPts val="900"/>
              </a:spcBef>
              <a:spcAft>
                <a:spcPts val="0"/>
              </a:spcAft>
              <a:buFontTx/>
              <a:buAutoNum type="arabicPeriod"/>
              <a:defRPr sz="2046"/>
            </a:pPr>
            <a:r>
              <a:rPr sz="2046" dirty="0">
                <a:sym typeface="Calibri"/>
              </a:rPr>
              <a:t>Literature Review Results</a:t>
            </a:r>
          </a:p>
          <a:p>
            <a:pPr marL="478345" indent="-478345" defTabSz="850370" eaLnBrk="1" fontAlgn="auto" hangingPunct="1">
              <a:lnSpc>
                <a:spcPct val="81000"/>
              </a:lnSpc>
              <a:spcBef>
                <a:spcPts val="900"/>
              </a:spcBef>
              <a:spcAft>
                <a:spcPts val="0"/>
              </a:spcAft>
              <a:buFontTx/>
              <a:buAutoNum type="arabicPeriod"/>
              <a:defRPr sz="2046"/>
            </a:pPr>
            <a:r>
              <a:rPr sz="2046" dirty="0" smtClean="0">
                <a:sym typeface="Calibri"/>
              </a:rPr>
              <a:t>Algorithm/Approach/Methodology</a:t>
            </a:r>
            <a:endParaRPr lang="en-US" sz="2046" dirty="0" smtClean="0">
              <a:sym typeface="Calibri"/>
            </a:endParaRPr>
          </a:p>
          <a:p>
            <a:pPr marL="478345" indent="-478345" defTabSz="850370" eaLnBrk="1" fontAlgn="auto" hangingPunct="1">
              <a:lnSpc>
                <a:spcPct val="81000"/>
              </a:lnSpc>
              <a:spcBef>
                <a:spcPts val="900"/>
              </a:spcBef>
              <a:spcAft>
                <a:spcPts val="0"/>
              </a:spcAft>
              <a:buFontTx/>
              <a:buAutoNum type="arabicPeriod"/>
              <a:defRPr sz="2046"/>
            </a:pPr>
            <a:r>
              <a:rPr sz="2046" dirty="0" smtClean="0">
                <a:sym typeface="Calibri"/>
              </a:rPr>
              <a:t>Dataset Exploration</a:t>
            </a:r>
            <a:endParaRPr lang="en-US" sz="2046" dirty="0" smtClean="0">
              <a:sym typeface="Calibri"/>
            </a:endParaRPr>
          </a:p>
          <a:p>
            <a:pPr marL="478345" indent="-478345" defTabSz="850370" eaLnBrk="1" fontAlgn="auto" hangingPunct="1">
              <a:lnSpc>
                <a:spcPct val="81000"/>
              </a:lnSpc>
              <a:spcBef>
                <a:spcPts val="900"/>
              </a:spcBef>
              <a:spcAft>
                <a:spcPts val="0"/>
              </a:spcAft>
              <a:buFontTx/>
              <a:buAutoNum type="arabicPeriod"/>
              <a:defRPr sz="2046"/>
            </a:pPr>
            <a:r>
              <a:rPr lang="en-US" sz="2046" dirty="0" smtClean="0">
                <a:sym typeface="Calibri"/>
              </a:rPr>
              <a:t>Model Description</a:t>
            </a:r>
          </a:p>
          <a:p>
            <a:pPr marL="478345" indent="-478345" defTabSz="850370" eaLnBrk="1" fontAlgn="auto" hangingPunct="1">
              <a:lnSpc>
                <a:spcPct val="81000"/>
              </a:lnSpc>
              <a:spcBef>
                <a:spcPts val="900"/>
              </a:spcBef>
              <a:spcAft>
                <a:spcPts val="0"/>
              </a:spcAft>
              <a:buFontTx/>
              <a:buAutoNum type="arabicPeriod"/>
              <a:defRPr sz="2046"/>
            </a:pPr>
            <a:r>
              <a:rPr lang="en-US" sz="2046" dirty="0">
                <a:sym typeface="Calibri"/>
              </a:rPr>
              <a:t>Model </a:t>
            </a:r>
            <a:r>
              <a:rPr lang="en-US" sz="2046" dirty="0" smtClean="0">
                <a:sym typeface="Calibri"/>
              </a:rPr>
              <a:t>Description (Cont.)</a:t>
            </a:r>
            <a:endParaRPr lang="en-US" sz="2046" dirty="0">
              <a:sym typeface="Calibri"/>
            </a:endParaRPr>
          </a:p>
          <a:p>
            <a:pPr marL="478345" indent="-478345" defTabSz="850370" eaLnBrk="1" fontAlgn="auto" hangingPunct="1">
              <a:lnSpc>
                <a:spcPct val="81000"/>
              </a:lnSpc>
              <a:spcBef>
                <a:spcPts val="900"/>
              </a:spcBef>
              <a:spcAft>
                <a:spcPts val="0"/>
              </a:spcAft>
              <a:buFontTx/>
              <a:buAutoNum type="arabicPeriod"/>
              <a:defRPr sz="2046"/>
            </a:pPr>
            <a:r>
              <a:rPr lang="en-US" sz="2046" dirty="0">
                <a:sym typeface="Calibri"/>
              </a:rPr>
              <a:t>Understanding the </a:t>
            </a:r>
            <a:r>
              <a:rPr lang="en-US" sz="2046" dirty="0" smtClean="0">
                <a:sym typeface="Calibri"/>
              </a:rPr>
              <a:t>Functions</a:t>
            </a:r>
            <a:endParaRPr sz="2046" dirty="0">
              <a:sym typeface="Calibri"/>
            </a:endParaRPr>
          </a:p>
          <a:p>
            <a:pPr marL="478345" indent="-478345" defTabSz="850370" eaLnBrk="1" fontAlgn="auto" hangingPunct="1">
              <a:lnSpc>
                <a:spcPct val="81000"/>
              </a:lnSpc>
              <a:spcBef>
                <a:spcPts val="900"/>
              </a:spcBef>
              <a:spcAft>
                <a:spcPts val="0"/>
              </a:spcAft>
              <a:buFontTx/>
              <a:buAutoNum type="arabicPeriod"/>
              <a:defRPr sz="2046"/>
            </a:pPr>
            <a:r>
              <a:rPr sz="2046" dirty="0">
                <a:sym typeface="Calibri"/>
              </a:rPr>
              <a:t>Understanding the </a:t>
            </a:r>
            <a:r>
              <a:rPr sz="2046" dirty="0" smtClean="0">
                <a:sym typeface="Calibri"/>
              </a:rPr>
              <a:t>Functions</a:t>
            </a:r>
            <a:r>
              <a:rPr lang="en-US" sz="2046" dirty="0" smtClean="0">
                <a:sym typeface="Calibri"/>
              </a:rPr>
              <a:t> (Cont.)</a:t>
            </a:r>
          </a:p>
          <a:p>
            <a:pPr marL="478345" indent="-478345" defTabSz="850370" eaLnBrk="1" fontAlgn="auto" hangingPunct="1">
              <a:lnSpc>
                <a:spcPct val="81000"/>
              </a:lnSpc>
              <a:spcBef>
                <a:spcPts val="900"/>
              </a:spcBef>
              <a:spcAft>
                <a:spcPts val="0"/>
              </a:spcAft>
              <a:buFontTx/>
              <a:buAutoNum type="arabicPeriod"/>
              <a:defRPr sz="2046"/>
            </a:pPr>
            <a:r>
              <a:rPr lang="en-US" sz="2046" dirty="0" smtClean="0">
                <a:sym typeface="Calibri"/>
              </a:rPr>
              <a:t>Model </a:t>
            </a:r>
            <a:r>
              <a:rPr lang="en-US" sz="2046" dirty="0" err="1" smtClean="0">
                <a:sym typeface="Calibri"/>
              </a:rPr>
              <a:t>Hyperparameters</a:t>
            </a:r>
            <a:endParaRPr sz="2046" dirty="0">
              <a:sym typeface="Calibri"/>
            </a:endParaRPr>
          </a:p>
          <a:p>
            <a:pPr marL="478345" indent="-478345" defTabSz="850370" eaLnBrk="1" fontAlgn="auto" hangingPunct="1">
              <a:lnSpc>
                <a:spcPct val="81000"/>
              </a:lnSpc>
              <a:spcBef>
                <a:spcPts val="900"/>
              </a:spcBef>
              <a:spcAft>
                <a:spcPts val="0"/>
              </a:spcAft>
              <a:buFontTx/>
              <a:buAutoNum type="arabicPeriod"/>
              <a:defRPr sz="2046"/>
            </a:pPr>
            <a:r>
              <a:rPr sz="2046" dirty="0">
                <a:sym typeface="Calibri"/>
              </a:rPr>
              <a:t>Obtained Results</a:t>
            </a:r>
          </a:p>
          <a:p>
            <a:pPr marL="478345" indent="-478345" defTabSz="850370" eaLnBrk="1" fontAlgn="auto" hangingPunct="1">
              <a:lnSpc>
                <a:spcPct val="81000"/>
              </a:lnSpc>
              <a:spcBef>
                <a:spcPts val="900"/>
              </a:spcBef>
              <a:spcAft>
                <a:spcPts val="0"/>
              </a:spcAft>
              <a:buFontTx/>
              <a:buAutoNum type="arabicPeriod"/>
              <a:defRPr sz="2046"/>
            </a:pPr>
            <a:r>
              <a:rPr sz="2046" dirty="0" smtClean="0">
                <a:sym typeface="Calibri"/>
              </a:rPr>
              <a:t>Future Work</a:t>
            </a:r>
            <a:endParaRPr lang="en-US" sz="2046" dirty="0" smtClean="0">
              <a:sym typeface="Calibri"/>
            </a:endParaRPr>
          </a:p>
          <a:p>
            <a:pPr marL="478345" indent="-478345" defTabSz="850370" eaLnBrk="1" fontAlgn="auto" hangingPunct="1">
              <a:lnSpc>
                <a:spcPct val="81000"/>
              </a:lnSpc>
              <a:spcBef>
                <a:spcPts val="900"/>
              </a:spcBef>
              <a:spcAft>
                <a:spcPts val="0"/>
              </a:spcAft>
              <a:buFontTx/>
              <a:buAutoNum type="arabicPeriod"/>
              <a:defRPr sz="2046"/>
            </a:pPr>
            <a:r>
              <a:rPr lang="en-US" sz="2046" dirty="0" smtClean="0">
                <a:sym typeface="Calibri"/>
              </a:rPr>
              <a:t>Conclusion</a:t>
            </a:r>
            <a:endParaRPr sz="2046" dirty="0">
              <a:sym typeface="Calibri"/>
            </a:endParaRPr>
          </a:p>
          <a:p>
            <a:pPr marL="478345" indent="-478345" defTabSz="850370" eaLnBrk="1" fontAlgn="auto" hangingPunct="1">
              <a:lnSpc>
                <a:spcPct val="81000"/>
              </a:lnSpc>
              <a:spcBef>
                <a:spcPts val="900"/>
              </a:spcBef>
              <a:spcAft>
                <a:spcPts val="0"/>
              </a:spcAft>
              <a:buFontTx/>
              <a:buAutoNum type="arabicPeriod"/>
              <a:defRPr sz="2046"/>
            </a:pPr>
            <a:r>
              <a:rPr sz="2046" dirty="0">
                <a:sym typeface="Calibri"/>
              </a:rPr>
              <a:t>References </a:t>
            </a:r>
          </a:p>
          <a:p>
            <a:pPr marL="478345" indent="-478345" defTabSz="850370" eaLnBrk="1" fontAlgn="auto" hangingPunct="1">
              <a:lnSpc>
                <a:spcPct val="81000"/>
              </a:lnSpc>
              <a:spcBef>
                <a:spcPts val="900"/>
              </a:spcBef>
              <a:spcAft>
                <a:spcPts val="0"/>
              </a:spcAft>
              <a:buFontTx/>
              <a:buAutoNum type="arabicPeriod"/>
              <a:defRPr sz="2046"/>
            </a:pPr>
            <a:r>
              <a:rPr sz="2046" dirty="0">
                <a:sym typeface="Calibri"/>
              </a:rPr>
              <a:t>Questions</a:t>
            </a:r>
          </a:p>
        </p:txBody>
      </p:sp>
      <p:sp>
        <p:nvSpPr>
          <p:cNvPr id="8196" name="Slide Number Placeholder 1"/>
          <p:cNvSpPr>
            <a:spLocks noGrp="1" noChangeArrowheads="1"/>
          </p:cNvSpPr>
          <p:nvPr>
            <p:ph type="sldNum" sz="quarter" idx="10"/>
          </p:nvPr>
        </p:nvSpPr>
        <p:spPr>
          <a:xfrm>
            <a:off x="8334375" y="6415088"/>
            <a:ext cx="180975" cy="247650"/>
          </a:xfrm>
          <a:noFill/>
        </p:spPr>
        <p:txBody>
          <a:bodyPr/>
          <a:lstStyle/>
          <a:p>
            <a:fld id="{D48CE66B-6528-407D-A7A8-DCBE6BE2D6C3}" type="slidenum">
              <a:rPr lang="en-US"/>
              <a:pPr/>
              <a:t>2</a:t>
            </a:fld>
            <a:endParaRPr lang="en-US"/>
          </a:p>
        </p:txBody>
      </p:sp>
      <p:sp>
        <p:nvSpPr>
          <p:cNvPr id="8195" name="Rectangle 2"/>
          <p:cNvSpPr txBox="1">
            <a:spLocks noChangeArrowheads="1"/>
          </p:cNvSpPr>
          <p:nvPr/>
        </p:nvSpPr>
        <p:spPr bwMode="auto">
          <a:xfrm>
            <a:off x="674688" y="30163"/>
            <a:ext cx="6443662" cy="87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9" rIns="45719" anchor="ctr"/>
          <a:lstStyle>
            <a:lvl1pPr>
              <a:defRPr sz="1300">
                <a:solidFill>
                  <a:srgbClr val="000000"/>
                </a:solidFill>
                <a:latin typeface="Calibri" pitchFamily="34" charset="0"/>
                <a:cs typeface="Calibri" pitchFamily="34" charset="0"/>
                <a:sym typeface="Calibri" pitchFamily="34" charset="0"/>
              </a:defRPr>
            </a:lvl1pPr>
            <a:lvl2pPr>
              <a:defRPr sz="1300">
                <a:solidFill>
                  <a:srgbClr val="000000"/>
                </a:solidFill>
                <a:latin typeface="Calibri" pitchFamily="34" charset="0"/>
                <a:cs typeface="Calibri" pitchFamily="34" charset="0"/>
                <a:sym typeface="Calibri" pitchFamily="34" charset="0"/>
              </a:defRPr>
            </a:lvl2pPr>
            <a:lvl3pPr>
              <a:defRPr sz="1300">
                <a:solidFill>
                  <a:srgbClr val="000000"/>
                </a:solidFill>
                <a:latin typeface="Calibri" pitchFamily="34" charset="0"/>
                <a:cs typeface="Calibri" pitchFamily="34" charset="0"/>
                <a:sym typeface="Calibri" pitchFamily="34" charset="0"/>
              </a:defRPr>
            </a:lvl3pPr>
            <a:lvl4pPr>
              <a:defRPr sz="1300">
                <a:solidFill>
                  <a:srgbClr val="000000"/>
                </a:solidFill>
                <a:latin typeface="Calibri" pitchFamily="34" charset="0"/>
                <a:cs typeface="Calibri" pitchFamily="34" charset="0"/>
                <a:sym typeface="Calibri" pitchFamily="34" charset="0"/>
              </a:defRPr>
            </a:lvl4pPr>
            <a:lvl5pPr>
              <a:defRPr sz="1300">
                <a:solidFill>
                  <a:srgbClr val="000000"/>
                </a:solidFill>
                <a:latin typeface="Calibri" pitchFamily="34" charset="0"/>
                <a:cs typeface="Calibri" pitchFamily="34" charset="0"/>
                <a:sym typeface="Calibri" pitchFamily="34" charset="0"/>
              </a:defRPr>
            </a:lvl5pPr>
            <a:lvl6pPr marL="4572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6pPr>
            <a:lvl7pPr marL="9144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7pPr>
            <a:lvl8pPr marL="13716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8pPr>
            <a:lvl9pPr marL="18288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9pPr>
          </a:lstStyle>
          <a:p>
            <a:pPr defTabSz="914400" eaLnBrk="1">
              <a:lnSpc>
                <a:spcPct val="90000"/>
              </a:lnSpc>
            </a:pPr>
            <a:r>
              <a:rPr lang="en-US" sz="2800" b="1" dirty="0" smtClean="0">
                <a:solidFill>
                  <a:srgbClr val="FFFFFF"/>
                </a:solidFill>
              </a:rPr>
              <a:t>OUTLINES</a:t>
            </a:r>
            <a:endParaRPr lang="en-US" sz="2800" b="1" dirty="0">
              <a:solidFill>
                <a:srgbClr val="FFFFFF"/>
              </a:solidFill>
            </a:endParaRPr>
          </a:p>
        </p:txBody>
      </p:sp>
    </p:spTree>
  </p:cSld>
  <p:clrMapOvr>
    <a:masterClrMapping/>
  </p:clrMapOvr>
  <p:transition spd="med"/>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Content Placeholder 2"/>
          <p:cNvSpPr txBox="1">
            <a:spLocks noGrp="1"/>
          </p:cNvSpPr>
          <p:nvPr>
            <p:ph type="body" idx="1"/>
          </p:nvPr>
        </p:nvSpPr>
        <p:spPr>
          <a:xfrm>
            <a:off x="628650" y="1122363"/>
            <a:ext cx="7886700" cy="5114925"/>
          </a:xfrm>
        </p:spPr>
        <p:txBody>
          <a:bodyPr>
            <a:normAutofit/>
          </a:bodyPr>
          <a:lstStyle/>
          <a:p>
            <a:pPr marL="0" indent="0" algn="just" defTabSz="905233" eaLnBrk="1" fontAlgn="auto" hangingPunct="1">
              <a:lnSpc>
                <a:spcPct val="81000"/>
              </a:lnSpc>
              <a:spcBef>
                <a:spcPts val="900"/>
              </a:spcBef>
              <a:spcAft>
                <a:spcPts val="0"/>
              </a:spcAft>
              <a:buSzTx/>
              <a:buFont typeface="Arial"/>
              <a:buNone/>
              <a:defRPr sz="2574" b="1"/>
            </a:pPr>
            <a:r>
              <a:rPr sz="2574" b="1">
                <a:sym typeface="Calibri"/>
              </a:rPr>
              <a:t>Motivation:</a:t>
            </a:r>
          </a:p>
          <a:p>
            <a:pPr marL="226308" indent="-226308" algn="just" defTabSz="905233" eaLnBrk="1" fontAlgn="auto" hangingPunct="1">
              <a:lnSpc>
                <a:spcPct val="81000"/>
              </a:lnSpc>
              <a:spcBef>
                <a:spcPts val="900"/>
              </a:spcBef>
              <a:spcAft>
                <a:spcPts val="0"/>
              </a:spcAft>
              <a:buFont typeface="Arial"/>
              <a:buChar char="•"/>
              <a:defRPr sz="2574"/>
            </a:pPr>
            <a:r>
              <a:rPr sz="2574">
                <a:sym typeface="Calibri"/>
              </a:rPr>
              <a:t>Create a practical CNN model capable of recognizing images of Sign Language gestures.</a:t>
            </a:r>
          </a:p>
          <a:p>
            <a:pPr marL="226308" indent="-226308" algn="just" defTabSz="905233" eaLnBrk="1" fontAlgn="auto" hangingPunct="1">
              <a:lnSpc>
                <a:spcPct val="81000"/>
              </a:lnSpc>
              <a:spcBef>
                <a:spcPts val="900"/>
              </a:spcBef>
              <a:spcAft>
                <a:spcPts val="0"/>
              </a:spcAft>
              <a:buFont typeface="Arial"/>
              <a:buChar char="•"/>
              <a:defRPr sz="2574"/>
            </a:pPr>
            <a:r>
              <a:rPr sz="2574">
                <a:sym typeface="Calibri"/>
              </a:rPr>
              <a:t>Learn how to apply fundamental Deep Learning concepts in practice.</a:t>
            </a:r>
          </a:p>
          <a:p>
            <a:pPr marL="226308" indent="-226308" algn="just" defTabSz="905233" eaLnBrk="1" fontAlgn="auto" hangingPunct="1">
              <a:lnSpc>
                <a:spcPct val="81000"/>
              </a:lnSpc>
              <a:spcBef>
                <a:spcPts val="900"/>
              </a:spcBef>
              <a:spcAft>
                <a:spcPts val="0"/>
              </a:spcAft>
              <a:buFont typeface="Arial"/>
              <a:buChar char="•"/>
              <a:defRPr sz="2574"/>
            </a:pPr>
            <a:r>
              <a:rPr sz="2574">
                <a:sym typeface="Calibri"/>
              </a:rPr>
              <a:t>Make a contribution to the development of SLR.</a:t>
            </a:r>
          </a:p>
          <a:p>
            <a:pPr marL="226308" indent="-226308" algn="just" defTabSz="905233" eaLnBrk="1" fontAlgn="auto" hangingPunct="1">
              <a:lnSpc>
                <a:spcPct val="81000"/>
              </a:lnSpc>
              <a:spcBef>
                <a:spcPts val="900"/>
              </a:spcBef>
              <a:spcAft>
                <a:spcPts val="0"/>
              </a:spcAft>
              <a:buFont typeface="Arial"/>
              <a:buChar char="•"/>
              <a:defRPr sz="2574"/>
            </a:pPr>
            <a:r>
              <a:rPr sz="2574">
                <a:sym typeface="Calibri"/>
              </a:rPr>
              <a:t>Demonstrate the performance of the chosen algorithm.</a:t>
            </a:r>
          </a:p>
          <a:p>
            <a:pPr marL="0" indent="0" algn="just" defTabSz="905233" eaLnBrk="1" fontAlgn="auto" hangingPunct="1">
              <a:lnSpc>
                <a:spcPct val="81000"/>
              </a:lnSpc>
              <a:spcBef>
                <a:spcPts val="900"/>
              </a:spcBef>
              <a:spcAft>
                <a:spcPts val="0"/>
              </a:spcAft>
              <a:buSzTx/>
              <a:buFont typeface="Arial"/>
              <a:buNone/>
              <a:defRPr sz="2574"/>
            </a:pPr>
            <a:endParaRPr sz="2574">
              <a:sym typeface="Calibri"/>
            </a:endParaRPr>
          </a:p>
          <a:p>
            <a:pPr marL="0" indent="0" algn="just" defTabSz="905233" eaLnBrk="1" fontAlgn="auto" hangingPunct="1">
              <a:lnSpc>
                <a:spcPct val="81000"/>
              </a:lnSpc>
              <a:spcBef>
                <a:spcPts val="900"/>
              </a:spcBef>
              <a:spcAft>
                <a:spcPts val="0"/>
              </a:spcAft>
              <a:buSzTx/>
              <a:buFont typeface="Arial"/>
              <a:buNone/>
              <a:defRPr sz="2574" b="1"/>
            </a:pPr>
            <a:r>
              <a:rPr sz="2574" b="1">
                <a:sym typeface="Calibri"/>
              </a:rPr>
              <a:t>Problem Definition:</a:t>
            </a:r>
          </a:p>
          <a:p>
            <a:pPr marL="0" indent="0" algn="just" defTabSz="905233" eaLnBrk="1" fontAlgn="auto" hangingPunct="1">
              <a:lnSpc>
                <a:spcPct val="81000"/>
              </a:lnSpc>
              <a:spcBef>
                <a:spcPts val="900"/>
              </a:spcBef>
              <a:spcAft>
                <a:spcPts val="0"/>
              </a:spcAft>
              <a:buSzTx/>
              <a:buFont typeface="Arial"/>
              <a:buNone/>
              <a:defRPr sz="2574"/>
            </a:pPr>
            <a:r>
              <a:rPr sz="2574">
                <a:sym typeface="Calibri"/>
              </a:rPr>
              <a:t>From an image containing a Sign Language gesture, we use Sign Language Recognition CNN model to recognize the gesture and output the corresponding English letter.</a:t>
            </a:r>
          </a:p>
        </p:txBody>
      </p:sp>
      <p:sp>
        <p:nvSpPr>
          <p:cNvPr id="9220" name="Slide Number Placeholder 1"/>
          <p:cNvSpPr>
            <a:spLocks noGrp="1" noChangeArrowheads="1"/>
          </p:cNvSpPr>
          <p:nvPr>
            <p:ph type="sldNum" sz="quarter" idx="10"/>
          </p:nvPr>
        </p:nvSpPr>
        <p:spPr>
          <a:xfrm>
            <a:off x="8334375" y="6415088"/>
            <a:ext cx="180975" cy="247650"/>
          </a:xfrm>
          <a:noFill/>
        </p:spPr>
        <p:txBody>
          <a:bodyPr/>
          <a:lstStyle/>
          <a:p>
            <a:fld id="{1F8BDC7F-28A7-4CEA-8C2D-056F1987CFA8}" type="slidenum">
              <a:rPr lang="en-US"/>
              <a:pPr/>
              <a:t>3</a:t>
            </a:fld>
            <a:endParaRPr lang="en-US"/>
          </a:p>
        </p:txBody>
      </p:sp>
      <p:sp>
        <p:nvSpPr>
          <p:cNvPr id="9219" name="Rectangle 2"/>
          <p:cNvSpPr txBox="1">
            <a:spLocks noChangeArrowheads="1"/>
          </p:cNvSpPr>
          <p:nvPr/>
        </p:nvSpPr>
        <p:spPr bwMode="auto">
          <a:xfrm>
            <a:off x="674688" y="30163"/>
            <a:ext cx="6443662" cy="87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9" rIns="45719" anchor="ctr"/>
          <a:lstStyle>
            <a:lvl1pPr>
              <a:defRPr sz="1300">
                <a:solidFill>
                  <a:srgbClr val="000000"/>
                </a:solidFill>
                <a:latin typeface="Calibri" pitchFamily="34" charset="0"/>
                <a:cs typeface="Calibri" pitchFamily="34" charset="0"/>
                <a:sym typeface="Calibri" pitchFamily="34" charset="0"/>
              </a:defRPr>
            </a:lvl1pPr>
            <a:lvl2pPr>
              <a:defRPr sz="1300">
                <a:solidFill>
                  <a:srgbClr val="000000"/>
                </a:solidFill>
                <a:latin typeface="Calibri" pitchFamily="34" charset="0"/>
                <a:cs typeface="Calibri" pitchFamily="34" charset="0"/>
                <a:sym typeface="Calibri" pitchFamily="34" charset="0"/>
              </a:defRPr>
            </a:lvl2pPr>
            <a:lvl3pPr>
              <a:defRPr sz="1300">
                <a:solidFill>
                  <a:srgbClr val="000000"/>
                </a:solidFill>
                <a:latin typeface="Calibri" pitchFamily="34" charset="0"/>
                <a:cs typeface="Calibri" pitchFamily="34" charset="0"/>
                <a:sym typeface="Calibri" pitchFamily="34" charset="0"/>
              </a:defRPr>
            </a:lvl3pPr>
            <a:lvl4pPr>
              <a:defRPr sz="1300">
                <a:solidFill>
                  <a:srgbClr val="000000"/>
                </a:solidFill>
                <a:latin typeface="Calibri" pitchFamily="34" charset="0"/>
                <a:cs typeface="Calibri" pitchFamily="34" charset="0"/>
                <a:sym typeface="Calibri" pitchFamily="34" charset="0"/>
              </a:defRPr>
            </a:lvl4pPr>
            <a:lvl5pPr>
              <a:defRPr sz="1300">
                <a:solidFill>
                  <a:srgbClr val="000000"/>
                </a:solidFill>
                <a:latin typeface="Calibri" pitchFamily="34" charset="0"/>
                <a:cs typeface="Calibri" pitchFamily="34" charset="0"/>
                <a:sym typeface="Calibri" pitchFamily="34" charset="0"/>
              </a:defRPr>
            </a:lvl5pPr>
            <a:lvl6pPr marL="4572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6pPr>
            <a:lvl7pPr marL="9144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7pPr>
            <a:lvl8pPr marL="13716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8pPr>
            <a:lvl9pPr marL="18288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9pPr>
          </a:lstStyle>
          <a:p>
            <a:pPr defTabSz="914400" eaLnBrk="1">
              <a:lnSpc>
                <a:spcPct val="90000"/>
              </a:lnSpc>
            </a:pPr>
            <a:r>
              <a:rPr lang="en-US" sz="2800" b="1">
                <a:solidFill>
                  <a:srgbClr val="FFFFFF"/>
                </a:solidFill>
              </a:rPr>
              <a:t>INTRODUCTION</a:t>
            </a:r>
          </a:p>
        </p:txBody>
      </p:sp>
    </p:spTree>
  </p:cSld>
  <p:clrMapOvr>
    <a:masterClrMapping/>
  </p:clrMapOvr>
  <p:transition spd="med"/>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Content Placeholder 2"/>
          <p:cNvSpPr txBox="1">
            <a:spLocks noGrp="1"/>
          </p:cNvSpPr>
          <p:nvPr>
            <p:ph type="body" idx="1"/>
          </p:nvPr>
        </p:nvSpPr>
        <p:spPr>
          <a:xfrm>
            <a:off x="227013" y="1195388"/>
            <a:ext cx="5249862" cy="5413375"/>
          </a:xfrm>
        </p:spPr>
        <p:txBody>
          <a:bodyPr>
            <a:normAutofit/>
          </a:bodyPr>
          <a:lstStyle/>
          <a:p>
            <a:pPr marL="0" indent="0" algn="just" defTabSz="914377" eaLnBrk="1" fontAlgn="auto" hangingPunct="1">
              <a:lnSpc>
                <a:spcPct val="81000"/>
              </a:lnSpc>
              <a:spcAft>
                <a:spcPts val="0"/>
              </a:spcAft>
              <a:buSzTx/>
              <a:buFont typeface="Arial"/>
              <a:buNone/>
              <a:defRPr sz="2500" b="1"/>
            </a:pPr>
            <a:r>
              <a:rPr sz="2500" b="1">
                <a:sym typeface="Calibri"/>
              </a:rPr>
              <a:t>Application for SLR:</a:t>
            </a:r>
          </a:p>
          <a:p>
            <a:pPr marL="228593" indent="-228593" algn="just" defTabSz="914377" eaLnBrk="1" fontAlgn="auto" hangingPunct="1">
              <a:lnSpc>
                <a:spcPct val="81000"/>
              </a:lnSpc>
              <a:spcAft>
                <a:spcPts val="0"/>
              </a:spcAft>
              <a:buFont typeface="Arial"/>
              <a:buChar char="•"/>
              <a:defRPr sz="2500"/>
            </a:pPr>
            <a:r>
              <a:rPr sz="2500">
                <a:sym typeface="Calibri"/>
              </a:rPr>
              <a:t>Bridge communication between people who know Sign Language and those who don’t.</a:t>
            </a:r>
          </a:p>
          <a:p>
            <a:pPr marL="228593" indent="-228593" algn="just" defTabSz="914377" eaLnBrk="1" fontAlgn="auto" hangingPunct="1">
              <a:lnSpc>
                <a:spcPct val="81000"/>
              </a:lnSpc>
              <a:spcAft>
                <a:spcPts val="0"/>
              </a:spcAft>
              <a:buFont typeface="Arial"/>
              <a:buChar char="•"/>
              <a:defRPr sz="2500"/>
            </a:pPr>
            <a:r>
              <a:rPr sz="2500">
                <a:sym typeface="Calibri"/>
              </a:rPr>
              <a:t>Improve communication between people who are hearing impaired.</a:t>
            </a:r>
          </a:p>
          <a:p>
            <a:pPr marL="228593" indent="-228593" algn="just" defTabSz="914377" eaLnBrk="1" fontAlgn="auto" hangingPunct="1">
              <a:lnSpc>
                <a:spcPct val="81000"/>
              </a:lnSpc>
              <a:spcAft>
                <a:spcPts val="0"/>
              </a:spcAft>
              <a:buFont typeface="Arial"/>
              <a:buChar char="•"/>
              <a:defRPr sz="2500"/>
            </a:pPr>
            <a:r>
              <a:rPr sz="2500">
                <a:sym typeface="Calibri"/>
              </a:rPr>
              <a:t>A technology to learn Sign Language and test your knowledge.</a:t>
            </a:r>
          </a:p>
          <a:p>
            <a:pPr marL="228593" indent="-228593" algn="just" defTabSz="914377" eaLnBrk="1" fontAlgn="auto" hangingPunct="1">
              <a:lnSpc>
                <a:spcPct val="81000"/>
              </a:lnSpc>
              <a:spcAft>
                <a:spcPts val="0"/>
              </a:spcAft>
              <a:buFont typeface="Arial"/>
              <a:buChar char="•"/>
              <a:defRPr sz="2500"/>
            </a:pPr>
            <a:r>
              <a:rPr sz="2500">
                <a:sym typeface="Calibri"/>
              </a:rPr>
              <a:t>Enable machines to recognize Sign Language in order to control them using gestures.</a:t>
            </a:r>
          </a:p>
          <a:p>
            <a:pPr marL="228593" indent="-228593" algn="just" defTabSz="914377" eaLnBrk="1" fontAlgn="auto" hangingPunct="1">
              <a:lnSpc>
                <a:spcPct val="81000"/>
              </a:lnSpc>
              <a:spcAft>
                <a:spcPts val="0"/>
              </a:spcAft>
              <a:buFont typeface="Arial"/>
              <a:buChar char="•"/>
              <a:defRPr sz="2500"/>
            </a:pPr>
            <a:r>
              <a:rPr sz="2500">
                <a:sym typeface="Calibri"/>
              </a:rPr>
              <a:t>Facilitate communication in loud environments or places where silence is needed.</a:t>
            </a:r>
          </a:p>
        </p:txBody>
      </p:sp>
      <p:sp>
        <p:nvSpPr>
          <p:cNvPr id="10244" name="Slide Number Placeholder 1"/>
          <p:cNvSpPr>
            <a:spLocks noGrp="1" noChangeArrowheads="1"/>
          </p:cNvSpPr>
          <p:nvPr>
            <p:ph type="sldNum" sz="quarter" idx="10"/>
          </p:nvPr>
        </p:nvSpPr>
        <p:spPr>
          <a:xfrm>
            <a:off x="8334375" y="6415088"/>
            <a:ext cx="180975" cy="247650"/>
          </a:xfrm>
          <a:noFill/>
        </p:spPr>
        <p:txBody>
          <a:bodyPr/>
          <a:lstStyle/>
          <a:p>
            <a:fld id="{430D3A52-CFC5-44C1-AB75-E4FD7B2474AA}" type="slidenum">
              <a:rPr lang="en-US"/>
              <a:pPr/>
              <a:t>4</a:t>
            </a:fld>
            <a:endParaRPr lang="en-US"/>
          </a:p>
        </p:txBody>
      </p:sp>
      <p:sp>
        <p:nvSpPr>
          <p:cNvPr id="10243" name="Rectangle 2"/>
          <p:cNvSpPr txBox="1">
            <a:spLocks noChangeArrowheads="1"/>
          </p:cNvSpPr>
          <p:nvPr/>
        </p:nvSpPr>
        <p:spPr bwMode="auto">
          <a:xfrm>
            <a:off x="674688" y="30163"/>
            <a:ext cx="6443662" cy="87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9" rIns="45719" anchor="ctr"/>
          <a:lstStyle>
            <a:lvl1pPr>
              <a:defRPr sz="1300">
                <a:solidFill>
                  <a:srgbClr val="000000"/>
                </a:solidFill>
                <a:latin typeface="Calibri" pitchFamily="34" charset="0"/>
                <a:cs typeface="Calibri" pitchFamily="34" charset="0"/>
                <a:sym typeface="Calibri" pitchFamily="34" charset="0"/>
              </a:defRPr>
            </a:lvl1pPr>
            <a:lvl2pPr>
              <a:defRPr sz="1300">
                <a:solidFill>
                  <a:srgbClr val="000000"/>
                </a:solidFill>
                <a:latin typeface="Calibri" pitchFamily="34" charset="0"/>
                <a:cs typeface="Calibri" pitchFamily="34" charset="0"/>
                <a:sym typeface="Calibri" pitchFamily="34" charset="0"/>
              </a:defRPr>
            </a:lvl2pPr>
            <a:lvl3pPr>
              <a:defRPr sz="1300">
                <a:solidFill>
                  <a:srgbClr val="000000"/>
                </a:solidFill>
                <a:latin typeface="Calibri" pitchFamily="34" charset="0"/>
                <a:cs typeface="Calibri" pitchFamily="34" charset="0"/>
                <a:sym typeface="Calibri" pitchFamily="34" charset="0"/>
              </a:defRPr>
            </a:lvl3pPr>
            <a:lvl4pPr>
              <a:defRPr sz="1300">
                <a:solidFill>
                  <a:srgbClr val="000000"/>
                </a:solidFill>
                <a:latin typeface="Calibri" pitchFamily="34" charset="0"/>
                <a:cs typeface="Calibri" pitchFamily="34" charset="0"/>
                <a:sym typeface="Calibri" pitchFamily="34" charset="0"/>
              </a:defRPr>
            </a:lvl4pPr>
            <a:lvl5pPr>
              <a:defRPr sz="1300">
                <a:solidFill>
                  <a:srgbClr val="000000"/>
                </a:solidFill>
                <a:latin typeface="Calibri" pitchFamily="34" charset="0"/>
                <a:cs typeface="Calibri" pitchFamily="34" charset="0"/>
                <a:sym typeface="Calibri" pitchFamily="34" charset="0"/>
              </a:defRPr>
            </a:lvl5pPr>
            <a:lvl6pPr marL="4572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6pPr>
            <a:lvl7pPr marL="9144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7pPr>
            <a:lvl8pPr marL="13716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8pPr>
            <a:lvl9pPr marL="18288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9pPr>
          </a:lstStyle>
          <a:p>
            <a:pPr defTabSz="914400" eaLnBrk="1">
              <a:lnSpc>
                <a:spcPct val="90000"/>
              </a:lnSpc>
            </a:pPr>
            <a:r>
              <a:rPr lang="en-US" sz="2800" b="1">
                <a:solidFill>
                  <a:srgbClr val="FFFFFF"/>
                </a:solidFill>
              </a:rPr>
              <a:t>APPLICATION</a:t>
            </a:r>
          </a:p>
        </p:txBody>
      </p:sp>
      <p:pic>
        <p:nvPicPr>
          <p:cNvPr id="10245" name="Picture 2" descr="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51488" y="2190750"/>
            <a:ext cx="3438525" cy="3322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Tree>
  </p:cSld>
  <p:clrMapOvr>
    <a:masterClrMapping/>
  </p:clrMapOvr>
  <p:transition spd="med"/>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txBox="1">
            <a:spLocks noChangeArrowheads="1"/>
          </p:cNvSpPr>
          <p:nvPr/>
        </p:nvSpPr>
        <p:spPr bwMode="auto">
          <a:xfrm>
            <a:off x="674688" y="30163"/>
            <a:ext cx="6443662" cy="87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9" rIns="45719" anchor="ctr"/>
          <a:lstStyle>
            <a:lvl1pPr>
              <a:defRPr sz="1300">
                <a:solidFill>
                  <a:srgbClr val="000000"/>
                </a:solidFill>
                <a:latin typeface="Calibri" pitchFamily="34" charset="0"/>
                <a:cs typeface="Calibri" pitchFamily="34" charset="0"/>
                <a:sym typeface="Calibri" pitchFamily="34" charset="0"/>
              </a:defRPr>
            </a:lvl1pPr>
            <a:lvl2pPr>
              <a:defRPr sz="1300">
                <a:solidFill>
                  <a:srgbClr val="000000"/>
                </a:solidFill>
                <a:latin typeface="Calibri" pitchFamily="34" charset="0"/>
                <a:cs typeface="Calibri" pitchFamily="34" charset="0"/>
                <a:sym typeface="Calibri" pitchFamily="34" charset="0"/>
              </a:defRPr>
            </a:lvl2pPr>
            <a:lvl3pPr>
              <a:defRPr sz="1300">
                <a:solidFill>
                  <a:srgbClr val="000000"/>
                </a:solidFill>
                <a:latin typeface="Calibri" pitchFamily="34" charset="0"/>
                <a:cs typeface="Calibri" pitchFamily="34" charset="0"/>
                <a:sym typeface="Calibri" pitchFamily="34" charset="0"/>
              </a:defRPr>
            </a:lvl3pPr>
            <a:lvl4pPr>
              <a:defRPr sz="1300">
                <a:solidFill>
                  <a:srgbClr val="000000"/>
                </a:solidFill>
                <a:latin typeface="Calibri" pitchFamily="34" charset="0"/>
                <a:cs typeface="Calibri" pitchFamily="34" charset="0"/>
                <a:sym typeface="Calibri" pitchFamily="34" charset="0"/>
              </a:defRPr>
            </a:lvl4pPr>
            <a:lvl5pPr>
              <a:defRPr sz="1300">
                <a:solidFill>
                  <a:srgbClr val="000000"/>
                </a:solidFill>
                <a:latin typeface="Calibri" pitchFamily="34" charset="0"/>
                <a:cs typeface="Calibri" pitchFamily="34" charset="0"/>
                <a:sym typeface="Calibri" pitchFamily="34" charset="0"/>
              </a:defRPr>
            </a:lvl5pPr>
            <a:lvl6pPr marL="4572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6pPr>
            <a:lvl7pPr marL="9144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7pPr>
            <a:lvl8pPr marL="13716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8pPr>
            <a:lvl9pPr marL="18288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9pPr>
          </a:lstStyle>
          <a:p>
            <a:pPr defTabSz="914400" eaLnBrk="1">
              <a:lnSpc>
                <a:spcPct val="90000"/>
              </a:lnSpc>
            </a:pPr>
            <a:r>
              <a:rPr lang="en-US" sz="2800" b="1">
                <a:solidFill>
                  <a:srgbClr val="FFFFFF"/>
                </a:solidFill>
              </a:rPr>
              <a:t>LITERATURE REVIEW</a:t>
            </a:r>
          </a:p>
        </p:txBody>
      </p:sp>
      <p:sp>
        <p:nvSpPr>
          <p:cNvPr id="90" name="Text Placeholder 14"/>
          <p:cNvSpPr txBox="1">
            <a:spLocks noGrp="1"/>
          </p:cNvSpPr>
          <p:nvPr>
            <p:ph type="body" sz="quarter" idx="1"/>
          </p:nvPr>
        </p:nvSpPr>
        <p:spPr>
          <a:xfrm>
            <a:off x="628650" y="1058863"/>
            <a:ext cx="8180388" cy="5662612"/>
          </a:xfrm>
        </p:spPr>
        <p:txBody>
          <a:bodyPr>
            <a:normAutofit/>
          </a:bodyPr>
          <a:lstStyle/>
          <a:p>
            <a:pPr defTabSz="914377" eaLnBrk="1" fontAlgn="auto" hangingPunct="1">
              <a:spcAft>
                <a:spcPts val="0"/>
              </a:spcAft>
              <a:defRPr sz="2000"/>
            </a:pPr>
            <a:r>
              <a:rPr sz="2000" dirty="0">
                <a:sym typeface="Calibri"/>
              </a:rPr>
              <a:t>	</a:t>
            </a:r>
          </a:p>
          <a:p>
            <a:pPr marL="342900" indent="-342900" algn="just" defTabSz="914377" eaLnBrk="1" fontAlgn="auto" hangingPunct="1">
              <a:spcBef>
                <a:spcPts val="0"/>
              </a:spcBef>
              <a:spcAft>
                <a:spcPts val="0"/>
              </a:spcAft>
              <a:buSzPct val="100000"/>
              <a:buFontTx/>
              <a:buAutoNum type="arabicPeriod"/>
              <a:defRPr sz="2000"/>
            </a:pPr>
            <a:r>
              <a:rPr lang="en-US" sz="2000" dirty="0">
                <a:sym typeface="Calibri"/>
              </a:rPr>
              <a:t>Y. Zhang and X. Jiang in their 2024 paper “Recent Advances on Deep Learning for Sign Language Recognition” </a:t>
            </a:r>
            <a:r>
              <a:rPr lang="en-US" sz="2000" dirty="0" smtClean="0">
                <a:sym typeface="Calibri"/>
              </a:rPr>
              <a:t>[5] present </a:t>
            </a:r>
            <a:r>
              <a:rPr lang="en-US" sz="2000" dirty="0">
                <a:sym typeface="Calibri"/>
              </a:rPr>
              <a:t>a comprehensive and up-to-date analysis of the advancements, challenges, and opportunities in deep learning-based sign language recognition, focusing on the past five years of research.</a:t>
            </a:r>
          </a:p>
          <a:p>
            <a:pPr marL="342900" indent="-342900" algn="just" defTabSz="914377" eaLnBrk="1" fontAlgn="auto" hangingPunct="1">
              <a:spcBef>
                <a:spcPts val="0"/>
              </a:spcBef>
              <a:spcAft>
                <a:spcPts val="0"/>
              </a:spcAft>
              <a:buSzPct val="100000"/>
              <a:buFontTx/>
              <a:buAutoNum type="arabicPeriod"/>
              <a:defRPr sz="2000"/>
            </a:pPr>
            <a:endParaRPr lang="en-US" sz="2000" dirty="0" smtClean="0">
              <a:sym typeface="Calibri"/>
            </a:endParaRPr>
          </a:p>
          <a:p>
            <a:pPr marL="342900" indent="-342900" algn="just" defTabSz="914377" eaLnBrk="1" fontAlgn="auto" hangingPunct="1">
              <a:spcBef>
                <a:spcPts val="0"/>
              </a:spcBef>
              <a:spcAft>
                <a:spcPts val="0"/>
              </a:spcAft>
              <a:buSzPct val="100000"/>
              <a:buFontTx/>
              <a:buAutoNum type="arabicPeriod"/>
              <a:defRPr sz="2000"/>
            </a:pPr>
            <a:r>
              <a:rPr sz="2000" dirty="0" smtClean="0">
                <a:sym typeface="Calibri"/>
              </a:rPr>
              <a:t> </a:t>
            </a:r>
            <a:r>
              <a:rPr sz="2000" dirty="0">
                <a:sym typeface="Calibri"/>
              </a:rPr>
              <a:t>S. K. Hafiz Muhammad, S. D. </a:t>
            </a:r>
            <a:r>
              <a:rPr sz="2000" dirty="0" err="1">
                <a:sym typeface="Calibri"/>
              </a:rPr>
              <a:t>Mcloughlin</a:t>
            </a:r>
            <a:r>
              <a:rPr sz="2000" dirty="0">
                <a:sym typeface="Calibri"/>
              </a:rPr>
              <a:t>, and I. </a:t>
            </a:r>
            <a:r>
              <a:rPr sz="2000" dirty="0" err="1" smtClean="0">
                <a:sym typeface="Calibri"/>
              </a:rPr>
              <a:t>Murtagh</a:t>
            </a:r>
            <a:r>
              <a:rPr sz="2000" dirty="0" smtClean="0">
                <a:sym typeface="Calibri"/>
              </a:rPr>
              <a:t> </a:t>
            </a:r>
            <a:r>
              <a:rPr sz="2000" dirty="0">
                <a:sym typeface="Calibri"/>
              </a:rPr>
              <a:t>in </a:t>
            </a:r>
            <a:r>
              <a:rPr sz="2000" dirty="0" smtClean="0">
                <a:sym typeface="Calibri"/>
              </a:rPr>
              <a:t>the</a:t>
            </a:r>
            <a:r>
              <a:rPr lang="en-US" sz="2000" dirty="0" smtClean="0">
                <a:sym typeface="Calibri"/>
              </a:rPr>
              <a:t>ir 2025</a:t>
            </a:r>
            <a:r>
              <a:rPr sz="2000" dirty="0" smtClean="0">
                <a:sym typeface="Calibri"/>
              </a:rPr>
              <a:t> </a:t>
            </a:r>
            <a:r>
              <a:rPr sz="2000" dirty="0">
                <a:sym typeface="Calibri"/>
              </a:rPr>
              <a:t>paper “Comparative Evaluation and Utilization of Convolutional Neural Network Architectures for Irish Sign Language Recognition</a:t>
            </a:r>
            <a:r>
              <a:rPr sz="2000" dirty="0" smtClean="0">
                <a:sym typeface="Calibri"/>
              </a:rPr>
              <a:t>” </a:t>
            </a:r>
            <a:r>
              <a:rPr lang="en-US" sz="2000" dirty="0" smtClean="0">
                <a:sym typeface="Calibri"/>
              </a:rPr>
              <a:t>[6] </a:t>
            </a:r>
            <a:r>
              <a:rPr sz="2000" dirty="0" smtClean="0">
                <a:sym typeface="Calibri"/>
              </a:rPr>
              <a:t>demonstrate </a:t>
            </a:r>
            <a:r>
              <a:rPr sz="2000" dirty="0">
                <a:sym typeface="Calibri"/>
              </a:rPr>
              <a:t>innovative technologies that apply SLR in everyday life. Their research evaluates the performance of different deep neural network architectures in the recognition of sign language.</a:t>
            </a:r>
          </a:p>
          <a:p>
            <a:pPr marL="342900" indent="-342900" algn="just" defTabSz="914377" eaLnBrk="1" fontAlgn="auto" hangingPunct="1">
              <a:spcBef>
                <a:spcPts val="0"/>
              </a:spcBef>
              <a:spcAft>
                <a:spcPts val="0"/>
              </a:spcAft>
              <a:buSzPct val="100000"/>
              <a:buFontTx/>
              <a:buAutoNum type="arabicPeriod"/>
              <a:defRPr sz="2000"/>
            </a:pPr>
            <a:endParaRPr sz="2000" dirty="0">
              <a:sym typeface="Calibri"/>
            </a:endParaRPr>
          </a:p>
          <a:p>
            <a:pPr marL="342900" indent="-342900" algn="just" defTabSz="914377" eaLnBrk="1" fontAlgn="auto" hangingPunct="1">
              <a:spcBef>
                <a:spcPts val="0"/>
              </a:spcBef>
              <a:spcAft>
                <a:spcPts val="0"/>
              </a:spcAft>
              <a:buSzPct val="100000"/>
              <a:buFontTx/>
              <a:buAutoNum type="arabicPeriod" startAt="2"/>
              <a:defRPr sz="2000"/>
            </a:pPr>
            <a:r>
              <a:rPr sz="2000" dirty="0">
                <a:sym typeface="Calibri"/>
              </a:rPr>
              <a:t>H. A. </a:t>
            </a:r>
            <a:r>
              <a:rPr sz="2000" dirty="0" err="1">
                <a:sym typeface="Calibri"/>
              </a:rPr>
              <a:t>Taher</a:t>
            </a:r>
            <a:r>
              <a:rPr sz="2000" dirty="0">
                <a:sym typeface="Calibri"/>
              </a:rPr>
              <a:t> and S. R. M. </a:t>
            </a:r>
            <a:r>
              <a:rPr sz="2000" dirty="0" err="1">
                <a:sym typeface="Calibri"/>
              </a:rPr>
              <a:t>Zeebaree</a:t>
            </a:r>
            <a:r>
              <a:rPr sz="2000" dirty="0">
                <a:sym typeface="Calibri"/>
              </a:rPr>
              <a:t> in </a:t>
            </a:r>
            <a:r>
              <a:rPr sz="2000" dirty="0" smtClean="0">
                <a:sym typeface="Calibri"/>
              </a:rPr>
              <a:t>the</a:t>
            </a:r>
            <a:r>
              <a:rPr lang="en-US" sz="2000" dirty="0" smtClean="0">
                <a:sym typeface="Calibri"/>
              </a:rPr>
              <a:t>ir 2025</a:t>
            </a:r>
            <a:r>
              <a:rPr sz="2000" dirty="0" smtClean="0">
                <a:sym typeface="Calibri"/>
              </a:rPr>
              <a:t> </a:t>
            </a:r>
            <a:r>
              <a:rPr sz="2000" dirty="0">
                <a:sym typeface="Calibri"/>
              </a:rPr>
              <a:t>paper “A Critical Study of Recent Deep Learning-Based Continuous Sign Language Recognition</a:t>
            </a:r>
            <a:r>
              <a:rPr sz="2000" dirty="0" smtClean="0">
                <a:sym typeface="Calibri"/>
              </a:rPr>
              <a:t>”</a:t>
            </a:r>
            <a:r>
              <a:rPr lang="en-US" sz="2000" dirty="0" smtClean="0">
                <a:sym typeface="Calibri"/>
              </a:rPr>
              <a:t> [9]</a:t>
            </a:r>
            <a:r>
              <a:rPr lang="en-US" sz="2000" dirty="0">
                <a:sym typeface="Calibri"/>
              </a:rPr>
              <a:t> </a:t>
            </a:r>
            <a:r>
              <a:rPr sz="2000" dirty="0" smtClean="0">
                <a:sym typeface="Calibri"/>
              </a:rPr>
              <a:t>present </a:t>
            </a:r>
            <a:r>
              <a:rPr sz="2000" dirty="0">
                <a:sym typeface="Calibri"/>
              </a:rPr>
              <a:t>a comprehensive  review of SLR, focusing specifically on Deep Learning techniques. The researchers reviewed 32 studies published by major publishers and examined 12 benchmark datasets related to SLR.</a:t>
            </a:r>
          </a:p>
          <a:p>
            <a:pPr marL="342900" indent="-342900" algn="just" defTabSz="914377" eaLnBrk="1" fontAlgn="auto" hangingPunct="1">
              <a:spcBef>
                <a:spcPts val="0"/>
              </a:spcBef>
              <a:spcAft>
                <a:spcPts val="0"/>
              </a:spcAft>
              <a:buSzPct val="100000"/>
              <a:buFontTx/>
              <a:buAutoNum type="arabicPeriod" startAt="2"/>
              <a:defRPr sz="2000"/>
            </a:pPr>
            <a:endParaRPr sz="2000" dirty="0">
              <a:sym typeface="Calibri"/>
            </a:endParaRPr>
          </a:p>
        </p:txBody>
      </p:sp>
      <p:sp>
        <p:nvSpPr>
          <p:cNvPr id="11268" name="Slide Number Placeholder 1"/>
          <p:cNvSpPr>
            <a:spLocks noGrp="1" noChangeArrowheads="1"/>
          </p:cNvSpPr>
          <p:nvPr>
            <p:ph type="sldNum" sz="quarter" idx="22"/>
          </p:nvPr>
        </p:nvSpPr>
        <p:spPr>
          <a:xfrm>
            <a:off x="8334375" y="6415088"/>
            <a:ext cx="180975" cy="247650"/>
          </a:xfrm>
          <a:noFill/>
        </p:spPr>
        <p:txBody>
          <a:bodyPr/>
          <a:lstStyle/>
          <a:p>
            <a:fld id="{46DC8DCD-8611-4C1B-A085-B412C86E24D9}" type="slidenum">
              <a:rPr lang="en-US"/>
              <a:pPr/>
              <a:t>5</a:t>
            </a:fld>
            <a:endParaRPr lang="en-US"/>
          </a:p>
        </p:txBody>
      </p:sp>
    </p:spTree>
  </p:cSld>
  <p:clrMapOvr>
    <a:masterClrMapping/>
  </p:clrMapOvr>
  <p:transition spd="med"/>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Content Placeholder 5"/>
          <p:cNvSpPr txBox="1">
            <a:spLocks noGrp="1"/>
          </p:cNvSpPr>
          <p:nvPr>
            <p:ph type="body" idx="1"/>
          </p:nvPr>
        </p:nvSpPr>
        <p:spPr>
          <a:xfrm>
            <a:off x="628650" y="1357313"/>
            <a:ext cx="7886700" cy="2962275"/>
          </a:xfrm>
        </p:spPr>
        <p:txBody>
          <a:bodyPr>
            <a:normAutofit/>
          </a:bodyPr>
          <a:lstStyle/>
          <a:p>
            <a:pPr marL="0" indent="0" algn="just" defTabSz="905233" eaLnBrk="1" fontAlgn="auto" hangingPunct="1">
              <a:lnSpc>
                <a:spcPct val="72000"/>
              </a:lnSpc>
              <a:spcBef>
                <a:spcPts val="900"/>
              </a:spcBef>
              <a:spcAft>
                <a:spcPts val="0"/>
              </a:spcAft>
              <a:buSzTx/>
              <a:buFont typeface="Arial"/>
              <a:buNone/>
              <a:defRPr sz="2475"/>
            </a:pPr>
            <a:r>
              <a:rPr sz="2475">
                <a:sym typeface="Calibri"/>
              </a:rPr>
              <a:t>Studying the related literature allowed us to:</a:t>
            </a:r>
          </a:p>
          <a:p>
            <a:pPr marL="226308" indent="-226308" algn="just" defTabSz="905233" eaLnBrk="1" fontAlgn="auto" hangingPunct="1">
              <a:lnSpc>
                <a:spcPct val="72000"/>
              </a:lnSpc>
              <a:spcBef>
                <a:spcPts val="900"/>
              </a:spcBef>
              <a:spcAft>
                <a:spcPts val="0"/>
              </a:spcAft>
              <a:buFont typeface="Arial"/>
              <a:buChar char="•"/>
              <a:defRPr sz="2475"/>
            </a:pPr>
            <a:r>
              <a:rPr sz="2475">
                <a:sym typeface="Calibri"/>
              </a:rPr>
              <a:t>Understand concept and inner workings of SLR.</a:t>
            </a:r>
          </a:p>
          <a:p>
            <a:pPr marL="226308" indent="-226308" algn="just" defTabSz="905233" eaLnBrk="1" fontAlgn="auto" hangingPunct="1">
              <a:lnSpc>
                <a:spcPct val="72000"/>
              </a:lnSpc>
              <a:spcBef>
                <a:spcPts val="900"/>
              </a:spcBef>
              <a:spcAft>
                <a:spcPts val="0"/>
              </a:spcAft>
              <a:buFont typeface="Arial"/>
              <a:buChar char="•"/>
              <a:defRPr sz="2475"/>
            </a:pPr>
            <a:r>
              <a:rPr sz="2475">
                <a:sym typeface="Calibri"/>
              </a:rPr>
              <a:t>Learn the architecture of SLR and all of the steps a CNN model would have to perform for SLR.</a:t>
            </a:r>
          </a:p>
          <a:p>
            <a:pPr marL="226308" indent="-226308" algn="just" defTabSz="905233" eaLnBrk="1" fontAlgn="auto" hangingPunct="1">
              <a:lnSpc>
                <a:spcPct val="72000"/>
              </a:lnSpc>
              <a:spcBef>
                <a:spcPts val="900"/>
              </a:spcBef>
              <a:spcAft>
                <a:spcPts val="0"/>
              </a:spcAft>
              <a:buFont typeface="Arial"/>
              <a:buChar char="•"/>
              <a:defRPr sz="2475"/>
            </a:pPr>
            <a:r>
              <a:rPr sz="2475">
                <a:sym typeface="Calibri"/>
              </a:rPr>
              <a:t>Learn different algorithms and techniques that can be used at each step.</a:t>
            </a:r>
          </a:p>
          <a:p>
            <a:pPr marL="226308" indent="-226308" algn="just" defTabSz="905233" eaLnBrk="1" fontAlgn="auto" hangingPunct="1">
              <a:lnSpc>
                <a:spcPct val="72000"/>
              </a:lnSpc>
              <a:spcBef>
                <a:spcPts val="900"/>
              </a:spcBef>
              <a:spcAft>
                <a:spcPts val="0"/>
              </a:spcAft>
              <a:buFont typeface="Arial"/>
              <a:buChar char="•"/>
              <a:defRPr sz="2475"/>
            </a:pPr>
            <a:r>
              <a:rPr sz="2475">
                <a:sym typeface="Calibri"/>
              </a:rPr>
              <a:t>Learn the challenges that SLR faces and possible solutions to them.</a:t>
            </a:r>
          </a:p>
        </p:txBody>
      </p:sp>
      <p:sp>
        <p:nvSpPr>
          <p:cNvPr id="12290" name="Slide Number Placeholder 2"/>
          <p:cNvSpPr>
            <a:spLocks noGrp="1" noChangeArrowheads="1"/>
          </p:cNvSpPr>
          <p:nvPr>
            <p:ph type="sldNum" sz="quarter" idx="10"/>
          </p:nvPr>
        </p:nvSpPr>
        <p:spPr>
          <a:xfrm>
            <a:off x="8334375" y="6415088"/>
            <a:ext cx="180975" cy="247650"/>
          </a:xfrm>
          <a:noFill/>
        </p:spPr>
        <p:txBody>
          <a:bodyPr/>
          <a:lstStyle/>
          <a:p>
            <a:fld id="{68A679CD-383A-4471-BA48-03C9D06CC546}" type="slidenum">
              <a:rPr lang="en-US"/>
              <a:pPr/>
              <a:t>6</a:t>
            </a:fld>
            <a:endParaRPr lang="en-US"/>
          </a:p>
        </p:txBody>
      </p:sp>
      <p:sp>
        <p:nvSpPr>
          <p:cNvPr id="12292" name="Rectangle 2"/>
          <p:cNvSpPr txBox="1">
            <a:spLocks noChangeArrowheads="1"/>
          </p:cNvSpPr>
          <p:nvPr/>
        </p:nvSpPr>
        <p:spPr bwMode="auto">
          <a:xfrm>
            <a:off x="674688" y="30163"/>
            <a:ext cx="6443662" cy="87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9" rIns="45719" anchor="ctr"/>
          <a:lstStyle>
            <a:lvl1pPr>
              <a:defRPr sz="1300">
                <a:solidFill>
                  <a:srgbClr val="000000"/>
                </a:solidFill>
                <a:latin typeface="Calibri" pitchFamily="34" charset="0"/>
                <a:cs typeface="Calibri" pitchFamily="34" charset="0"/>
                <a:sym typeface="Calibri" pitchFamily="34" charset="0"/>
              </a:defRPr>
            </a:lvl1pPr>
            <a:lvl2pPr>
              <a:defRPr sz="1300">
                <a:solidFill>
                  <a:srgbClr val="000000"/>
                </a:solidFill>
                <a:latin typeface="Calibri" pitchFamily="34" charset="0"/>
                <a:cs typeface="Calibri" pitchFamily="34" charset="0"/>
                <a:sym typeface="Calibri" pitchFamily="34" charset="0"/>
              </a:defRPr>
            </a:lvl2pPr>
            <a:lvl3pPr>
              <a:defRPr sz="1300">
                <a:solidFill>
                  <a:srgbClr val="000000"/>
                </a:solidFill>
                <a:latin typeface="Calibri" pitchFamily="34" charset="0"/>
                <a:cs typeface="Calibri" pitchFamily="34" charset="0"/>
                <a:sym typeface="Calibri" pitchFamily="34" charset="0"/>
              </a:defRPr>
            </a:lvl3pPr>
            <a:lvl4pPr>
              <a:defRPr sz="1300">
                <a:solidFill>
                  <a:srgbClr val="000000"/>
                </a:solidFill>
                <a:latin typeface="Calibri" pitchFamily="34" charset="0"/>
                <a:cs typeface="Calibri" pitchFamily="34" charset="0"/>
                <a:sym typeface="Calibri" pitchFamily="34" charset="0"/>
              </a:defRPr>
            </a:lvl4pPr>
            <a:lvl5pPr>
              <a:defRPr sz="1300">
                <a:solidFill>
                  <a:srgbClr val="000000"/>
                </a:solidFill>
                <a:latin typeface="Calibri" pitchFamily="34" charset="0"/>
                <a:cs typeface="Calibri" pitchFamily="34" charset="0"/>
                <a:sym typeface="Calibri" pitchFamily="34" charset="0"/>
              </a:defRPr>
            </a:lvl5pPr>
            <a:lvl6pPr marL="4572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6pPr>
            <a:lvl7pPr marL="9144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7pPr>
            <a:lvl8pPr marL="13716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8pPr>
            <a:lvl9pPr marL="18288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9pPr>
          </a:lstStyle>
          <a:p>
            <a:pPr defTabSz="914400" eaLnBrk="1">
              <a:lnSpc>
                <a:spcPct val="90000"/>
              </a:lnSpc>
            </a:pPr>
            <a:r>
              <a:rPr lang="en-US" sz="2800" b="1">
                <a:solidFill>
                  <a:srgbClr val="FFFFFF"/>
                </a:solidFill>
              </a:rPr>
              <a:t>LITERATURE REVIEW RESULTS</a:t>
            </a:r>
          </a:p>
        </p:txBody>
      </p:sp>
      <p:pic>
        <p:nvPicPr>
          <p:cNvPr id="12293" name="Picture 2" descr="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85975" y="4319588"/>
            <a:ext cx="5078413" cy="226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Tree>
  </p:cSld>
  <p:clrMapOvr>
    <a:masterClrMapping/>
  </p:clrMapOvr>
  <p:transition spd="med"/>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Placeholder 3"/>
          <p:cNvSpPr txBox="1">
            <a:spLocks noGrp="1" noChangeArrowheads="1"/>
          </p:cNvSpPr>
          <p:nvPr>
            <p:ph type="body" sz="quarter" idx="1"/>
          </p:nvPr>
        </p:nvSpPr>
        <p:spPr>
          <a:xfrm>
            <a:off x="630238" y="1128713"/>
            <a:ext cx="7942262" cy="4978400"/>
          </a:xfrm>
        </p:spPr>
        <p:txBody>
          <a:bodyPr/>
          <a:lstStyle>
            <a:lvl1pPr>
              <a:defRPr sz="2800">
                <a:solidFill>
                  <a:srgbClr val="000000"/>
                </a:solidFill>
                <a:latin typeface="Calibri" pitchFamily="34" charset="0"/>
                <a:cs typeface="Calibri" pitchFamily="34" charset="0"/>
                <a:sym typeface="Calibri" pitchFamily="34" charset="0"/>
              </a:defRPr>
            </a:lvl1pPr>
            <a:lvl2pPr>
              <a:defRPr sz="2800">
                <a:solidFill>
                  <a:srgbClr val="000000"/>
                </a:solidFill>
                <a:latin typeface="Calibri" pitchFamily="34" charset="0"/>
                <a:cs typeface="Calibri" pitchFamily="34" charset="0"/>
                <a:sym typeface="Calibri" pitchFamily="34" charset="0"/>
              </a:defRPr>
            </a:lvl2pPr>
            <a:lvl3pPr>
              <a:defRPr sz="2800">
                <a:solidFill>
                  <a:srgbClr val="000000"/>
                </a:solidFill>
                <a:latin typeface="Calibri" pitchFamily="34" charset="0"/>
                <a:cs typeface="Calibri" pitchFamily="34" charset="0"/>
                <a:sym typeface="Calibri" pitchFamily="34" charset="0"/>
              </a:defRPr>
            </a:lvl3pPr>
            <a:lvl4pPr>
              <a:defRPr sz="2800">
                <a:solidFill>
                  <a:srgbClr val="000000"/>
                </a:solidFill>
                <a:latin typeface="Calibri" pitchFamily="34" charset="0"/>
                <a:cs typeface="Calibri" pitchFamily="34" charset="0"/>
                <a:sym typeface="Calibri" pitchFamily="34" charset="0"/>
              </a:defRPr>
            </a:lvl4pPr>
            <a:lvl5pPr>
              <a:defRPr sz="2800">
                <a:solidFill>
                  <a:srgbClr val="000000"/>
                </a:solidFill>
                <a:latin typeface="Calibri" pitchFamily="34" charset="0"/>
                <a:cs typeface="Calibri" pitchFamily="34" charset="0"/>
                <a:sym typeface="Calibri" pitchFamily="34" charset="0"/>
              </a:defRPr>
            </a:lvl5pPr>
            <a:lvl6pPr marL="2640013" indent="-354013" defTabSz="912813" eaLnBrk="0" fontAlgn="base" hangingPunct="0">
              <a:spcAft>
                <a:spcPct val="0"/>
              </a:spcAft>
              <a:buFont typeface="Arial" charset="0"/>
              <a:defRPr sz="2800">
                <a:solidFill>
                  <a:srgbClr val="000000"/>
                </a:solidFill>
                <a:latin typeface="Calibri" pitchFamily="34" charset="0"/>
                <a:cs typeface="Calibri" pitchFamily="34" charset="0"/>
                <a:sym typeface="Calibri" pitchFamily="34" charset="0"/>
              </a:defRPr>
            </a:lvl6pPr>
            <a:lvl7pPr marL="3097213" indent="-354013" defTabSz="912813" eaLnBrk="0" fontAlgn="base" hangingPunct="0">
              <a:spcAft>
                <a:spcPct val="0"/>
              </a:spcAft>
              <a:buFont typeface="Arial" charset="0"/>
              <a:defRPr sz="2800">
                <a:solidFill>
                  <a:srgbClr val="000000"/>
                </a:solidFill>
                <a:latin typeface="Calibri" pitchFamily="34" charset="0"/>
                <a:cs typeface="Calibri" pitchFamily="34" charset="0"/>
                <a:sym typeface="Calibri" pitchFamily="34" charset="0"/>
              </a:defRPr>
            </a:lvl7pPr>
            <a:lvl8pPr marL="3554413" indent="-354013" defTabSz="912813" eaLnBrk="0" fontAlgn="base" hangingPunct="0">
              <a:spcAft>
                <a:spcPct val="0"/>
              </a:spcAft>
              <a:buFont typeface="Arial" charset="0"/>
              <a:defRPr sz="2800">
                <a:solidFill>
                  <a:srgbClr val="000000"/>
                </a:solidFill>
                <a:latin typeface="Calibri" pitchFamily="34" charset="0"/>
                <a:cs typeface="Calibri" pitchFamily="34" charset="0"/>
                <a:sym typeface="Calibri" pitchFamily="34" charset="0"/>
              </a:defRPr>
            </a:lvl8pPr>
            <a:lvl9pPr marL="4011613" indent="-354013" defTabSz="912813" eaLnBrk="0" fontAlgn="base" hangingPunct="0">
              <a:spcAft>
                <a:spcPct val="0"/>
              </a:spcAft>
              <a:buFont typeface="Arial" charset="0"/>
              <a:defRPr sz="2800">
                <a:solidFill>
                  <a:srgbClr val="000000"/>
                </a:solidFill>
                <a:latin typeface="Calibri" pitchFamily="34" charset="0"/>
                <a:cs typeface="Calibri" pitchFamily="34" charset="0"/>
                <a:sym typeface="Calibri" pitchFamily="34" charset="0"/>
              </a:defRPr>
            </a:lvl9pPr>
          </a:lstStyle>
          <a:p>
            <a:pPr eaLnBrk="1" hangingPunct="1"/>
            <a:endParaRPr lang="en-US" sz="1600" dirty="0" smtClean="0"/>
          </a:p>
        </p:txBody>
      </p:sp>
      <p:sp>
        <p:nvSpPr>
          <p:cNvPr id="13317" name="Slide Number Placeholder 1"/>
          <p:cNvSpPr>
            <a:spLocks noGrp="1" noChangeArrowheads="1"/>
          </p:cNvSpPr>
          <p:nvPr>
            <p:ph type="sldNum" sz="quarter" idx="22"/>
          </p:nvPr>
        </p:nvSpPr>
        <p:spPr>
          <a:xfrm>
            <a:off x="8334375" y="6415088"/>
            <a:ext cx="180975" cy="247650"/>
          </a:xfrm>
          <a:noFill/>
        </p:spPr>
        <p:txBody>
          <a:bodyPr/>
          <a:lstStyle/>
          <a:p>
            <a:fld id="{429E924B-4712-457C-BA37-AB94633DB92E}" type="slidenum">
              <a:rPr lang="en-US"/>
              <a:pPr/>
              <a:t>7</a:t>
            </a:fld>
            <a:endParaRPr lang="en-US"/>
          </a:p>
        </p:txBody>
      </p:sp>
      <p:sp>
        <p:nvSpPr>
          <p:cNvPr id="13315" name="Rectangle 2"/>
          <p:cNvSpPr txBox="1">
            <a:spLocks noChangeArrowheads="1"/>
          </p:cNvSpPr>
          <p:nvPr/>
        </p:nvSpPr>
        <p:spPr bwMode="auto">
          <a:xfrm>
            <a:off x="674688" y="30163"/>
            <a:ext cx="6443662" cy="87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9" rIns="45719" anchor="ctr"/>
          <a:lstStyle>
            <a:lvl1pPr>
              <a:defRPr sz="1300">
                <a:solidFill>
                  <a:srgbClr val="000000"/>
                </a:solidFill>
                <a:latin typeface="Calibri" pitchFamily="34" charset="0"/>
                <a:cs typeface="Calibri" pitchFamily="34" charset="0"/>
                <a:sym typeface="Calibri" pitchFamily="34" charset="0"/>
              </a:defRPr>
            </a:lvl1pPr>
            <a:lvl2pPr>
              <a:defRPr sz="1300">
                <a:solidFill>
                  <a:srgbClr val="000000"/>
                </a:solidFill>
                <a:latin typeface="Calibri" pitchFamily="34" charset="0"/>
                <a:cs typeface="Calibri" pitchFamily="34" charset="0"/>
                <a:sym typeface="Calibri" pitchFamily="34" charset="0"/>
              </a:defRPr>
            </a:lvl2pPr>
            <a:lvl3pPr>
              <a:defRPr sz="1300">
                <a:solidFill>
                  <a:srgbClr val="000000"/>
                </a:solidFill>
                <a:latin typeface="Calibri" pitchFamily="34" charset="0"/>
                <a:cs typeface="Calibri" pitchFamily="34" charset="0"/>
                <a:sym typeface="Calibri" pitchFamily="34" charset="0"/>
              </a:defRPr>
            </a:lvl3pPr>
            <a:lvl4pPr>
              <a:defRPr sz="1300">
                <a:solidFill>
                  <a:srgbClr val="000000"/>
                </a:solidFill>
                <a:latin typeface="Calibri" pitchFamily="34" charset="0"/>
                <a:cs typeface="Calibri" pitchFamily="34" charset="0"/>
                <a:sym typeface="Calibri" pitchFamily="34" charset="0"/>
              </a:defRPr>
            </a:lvl4pPr>
            <a:lvl5pPr>
              <a:defRPr sz="1300">
                <a:solidFill>
                  <a:srgbClr val="000000"/>
                </a:solidFill>
                <a:latin typeface="Calibri" pitchFamily="34" charset="0"/>
                <a:cs typeface="Calibri" pitchFamily="34" charset="0"/>
                <a:sym typeface="Calibri" pitchFamily="34" charset="0"/>
              </a:defRPr>
            </a:lvl5pPr>
            <a:lvl6pPr marL="4572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6pPr>
            <a:lvl7pPr marL="9144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7pPr>
            <a:lvl8pPr marL="13716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8pPr>
            <a:lvl9pPr marL="18288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9pPr>
          </a:lstStyle>
          <a:p>
            <a:pPr defTabSz="914400" eaLnBrk="1">
              <a:lnSpc>
                <a:spcPct val="90000"/>
              </a:lnSpc>
            </a:pPr>
            <a:r>
              <a:rPr lang="en-US" sz="2800" b="1" dirty="0">
                <a:solidFill>
                  <a:srgbClr val="FFFFFF"/>
                </a:solidFill>
              </a:rPr>
              <a:t>ALGORITHM/APPROACH/METHODOLOGY</a:t>
            </a:r>
          </a:p>
        </p:txBody>
      </p:sp>
      <p:grpSp>
        <p:nvGrpSpPr>
          <p:cNvPr id="13316" name="Content Placeholder 2"/>
          <p:cNvGrpSpPr>
            <a:grpSpLocks/>
          </p:cNvGrpSpPr>
          <p:nvPr/>
        </p:nvGrpSpPr>
        <p:grpSpPr bwMode="auto">
          <a:xfrm>
            <a:off x="628650" y="1062531"/>
            <a:ext cx="8058150" cy="5128720"/>
            <a:chOff x="0" y="227449"/>
            <a:chExt cx="8058554" cy="5127422"/>
          </a:xfrm>
        </p:grpSpPr>
        <p:grpSp>
          <p:nvGrpSpPr>
            <p:cNvPr id="13318" name="Group"/>
            <p:cNvGrpSpPr>
              <a:grpSpLocks/>
            </p:cNvGrpSpPr>
            <p:nvPr/>
          </p:nvGrpSpPr>
          <p:grpSpPr bwMode="auto">
            <a:xfrm>
              <a:off x="0" y="4691466"/>
              <a:ext cx="1971378" cy="577293"/>
              <a:chOff x="0" y="0"/>
              <a:chExt cx="1971376" cy="577291"/>
            </a:xfrm>
          </p:grpSpPr>
          <p:sp>
            <p:nvSpPr>
              <p:cNvPr id="13352" name="Rectangle"/>
              <p:cNvSpPr>
                <a:spLocks noChangeArrowheads="1"/>
              </p:cNvSpPr>
              <p:nvPr/>
            </p:nvSpPr>
            <p:spPr bwMode="auto">
              <a:xfrm>
                <a:off x="0" y="0"/>
                <a:ext cx="1971377" cy="577292"/>
              </a:xfrm>
              <a:prstGeom prst="rect">
                <a:avLst/>
              </a:prstGeom>
              <a:solidFill>
                <a:schemeClr val="accent2"/>
              </a:solidFill>
              <a:ln w="12700">
                <a:solidFill>
                  <a:schemeClr val="accent2"/>
                </a:solidFill>
                <a:miter lim="800000"/>
                <a:headEnd/>
                <a:tailEnd/>
              </a:ln>
            </p:spPr>
            <p:txBody>
              <a:bodyPr lIns="45719" tIns="45719" rIns="45719" bIns="45719" anchor="ctr"/>
              <a:lstStyle/>
              <a:p>
                <a:pPr algn="ctr" defTabSz="889000" eaLnBrk="1">
                  <a:lnSpc>
                    <a:spcPct val="90000"/>
                  </a:lnSpc>
                  <a:spcBef>
                    <a:spcPts val="1300"/>
                  </a:spcBef>
                </a:pPr>
                <a:endParaRPr lang="en-US" sz="3200">
                  <a:solidFill>
                    <a:srgbClr val="FFFFFF"/>
                  </a:solidFill>
                </a:endParaRPr>
              </a:p>
            </p:txBody>
          </p:sp>
          <p:sp>
            <p:nvSpPr>
              <p:cNvPr id="13353" name="Step 6"/>
              <p:cNvSpPr txBox="1">
                <a:spLocks noChangeArrowheads="1"/>
              </p:cNvSpPr>
              <p:nvPr/>
            </p:nvSpPr>
            <p:spPr bwMode="auto">
              <a:xfrm>
                <a:off x="0" y="24071"/>
                <a:ext cx="1971377" cy="52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140204" tIns="140204" rIns="140204" bIns="140204" anchor="ctr">
                <a:spAutoFit/>
              </a:bodyPr>
              <a:lstStyle>
                <a:lvl1pPr defTabSz="889000">
                  <a:defRPr sz="1300">
                    <a:solidFill>
                      <a:srgbClr val="000000"/>
                    </a:solidFill>
                    <a:latin typeface="Calibri" pitchFamily="34" charset="0"/>
                    <a:cs typeface="Calibri" pitchFamily="34" charset="0"/>
                    <a:sym typeface="Calibri" pitchFamily="34" charset="0"/>
                  </a:defRPr>
                </a:lvl1pPr>
                <a:lvl2pPr defTabSz="889000">
                  <a:defRPr sz="1300">
                    <a:solidFill>
                      <a:srgbClr val="000000"/>
                    </a:solidFill>
                    <a:latin typeface="Calibri" pitchFamily="34" charset="0"/>
                    <a:cs typeface="Calibri" pitchFamily="34" charset="0"/>
                    <a:sym typeface="Calibri" pitchFamily="34" charset="0"/>
                  </a:defRPr>
                </a:lvl2pPr>
                <a:lvl3pPr defTabSz="889000">
                  <a:defRPr sz="1300">
                    <a:solidFill>
                      <a:srgbClr val="000000"/>
                    </a:solidFill>
                    <a:latin typeface="Calibri" pitchFamily="34" charset="0"/>
                    <a:cs typeface="Calibri" pitchFamily="34" charset="0"/>
                    <a:sym typeface="Calibri" pitchFamily="34" charset="0"/>
                  </a:defRPr>
                </a:lvl3pPr>
                <a:lvl4pPr defTabSz="889000">
                  <a:defRPr sz="1300">
                    <a:solidFill>
                      <a:srgbClr val="000000"/>
                    </a:solidFill>
                    <a:latin typeface="Calibri" pitchFamily="34" charset="0"/>
                    <a:cs typeface="Calibri" pitchFamily="34" charset="0"/>
                    <a:sym typeface="Calibri" pitchFamily="34" charset="0"/>
                  </a:defRPr>
                </a:lvl4pPr>
                <a:lvl5pPr defTabSz="889000">
                  <a:defRPr sz="1300">
                    <a:solidFill>
                      <a:srgbClr val="000000"/>
                    </a:solidFill>
                    <a:latin typeface="Calibri" pitchFamily="34" charset="0"/>
                    <a:cs typeface="Calibri" pitchFamily="34" charset="0"/>
                    <a:sym typeface="Calibri" pitchFamily="34" charset="0"/>
                  </a:defRPr>
                </a:lvl5pPr>
                <a:lvl6pPr marL="457200" indent="1371600" defTabSz="8890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6pPr>
                <a:lvl7pPr marL="914400" indent="1371600" defTabSz="8890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7pPr>
                <a:lvl8pPr marL="1371600" indent="1371600" defTabSz="8890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8pPr>
                <a:lvl9pPr marL="1828800" indent="1371600" defTabSz="8890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9pPr>
              </a:lstStyle>
              <a:p>
                <a:pPr algn="ctr" eaLnBrk="1">
                  <a:lnSpc>
                    <a:spcPct val="90000"/>
                  </a:lnSpc>
                  <a:spcBef>
                    <a:spcPts val="800"/>
                  </a:spcBef>
                </a:pPr>
                <a:r>
                  <a:rPr lang="en-US" sz="2000">
                    <a:solidFill>
                      <a:srgbClr val="FFFFFF"/>
                    </a:solidFill>
                  </a:rPr>
                  <a:t>Step 6</a:t>
                </a:r>
              </a:p>
            </p:txBody>
          </p:sp>
        </p:grpSp>
        <p:grpSp>
          <p:nvGrpSpPr>
            <p:cNvPr id="13319" name="Group"/>
            <p:cNvGrpSpPr>
              <a:grpSpLocks/>
            </p:cNvGrpSpPr>
            <p:nvPr/>
          </p:nvGrpSpPr>
          <p:grpSpPr bwMode="auto">
            <a:xfrm>
              <a:off x="1971376" y="4605354"/>
              <a:ext cx="5914133" cy="749517"/>
              <a:chOff x="0" y="0"/>
              <a:chExt cx="5914131" cy="749516"/>
            </a:xfrm>
          </p:grpSpPr>
          <p:sp>
            <p:nvSpPr>
              <p:cNvPr id="13350" name="Rectangle"/>
              <p:cNvSpPr>
                <a:spLocks noChangeArrowheads="1"/>
              </p:cNvSpPr>
              <p:nvPr/>
            </p:nvSpPr>
            <p:spPr bwMode="auto">
              <a:xfrm>
                <a:off x="0" y="86112"/>
                <a:ext cx="5914132" cy="577293"/>
              </a:xfrm>
              <a:prstGeom prst="rect">
                <a:avLst/>
              </a:prstGeom>
              <a:solidFill>
                <a:srgbClr val="F8D6CC">
                  <a:alpha val="90195"/>
                </a:srgbClr>
              </a:solidFill>
              <a:ln w="12700">
                <a:solidFill>
                  <a:srgbClr val="F8D6CC">
                    <a:alpha val="90195"/>
                  </a:srgbClr>
                </a:solidFill>
                <a:miter lim="800000"/>
                <a:headEnd/>
                <a:tailEnd/>
              </a:ln>
            </p:spPr>
            <p:txBody>
              <a:bodyPr lIns="45719" tIns="45719" rIns="45719" bIns="45719" anchor="ctr"/>
              <a:lstStyle/>
              <a:p>
                <a:pPr defTabSz="800100" eaLnBrk="1">
                  <a:lnSpc>
                    <a:spcPct val="90000"/>
                  </a:lnSpc>
                  <a:spcBef>
                    <a:spcPts val="1300"/>
                  </a:spcBef>
                </a:pPr>
                <a:endParaRPr lang="en-US" sz="1800"/>
              </a:p>
            </p:txBody>
          </p:sp>
          <p:sp>
            <p:nvSpPr>
              <p:cNvPr id="13351" name="Test and tune the parameters of the CNN to achieve the optimal accuracy."/>
              <p:cNvSpPr txBox="1">
                <a:spLocks noChangeArrowheads="1"/>
              </p:cNvSpPr>
              <p:nvPr/>
            </p:nvSpPr>
            <p:spPr bwMode="auto">
              <a:xfrm>
                <a:off x="0" y="-1"/>
                <a:ext cx="5914131" cy="749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119966" tIns="119966" rIns="119966" bIns="119966" anchor="ctr">
                <a:spAutoFit/>
              </a:bodyPr>
              <a:lstStyle>
                <a:lvl1pPr defTabSz="800100">
                  <a:defRPr sz="1300">
                    <a:solidFill>
                      <a:srgbClr val="000000"/>
                    </a:solidFill>
                    <a:latin typeface="Calibri" pitchFamily="34" charset="0"/>
                    <a:cs typeface="Calibri" pitchFamily="34" charset="0"/>
                    <a:sym typeface="Calibri" pitchFamily="34" charset="0"/>
                  </a:defRPr>
                </a:lvl1pPr>
                <a:lvl2pPr defTabSz="800100">
                  <a:defRPr sz="1300">
                    <a:solidFill>
                      <a:srgbClr val="000000"/>
                    </a:solidFill>
                    <a:latin typeface="Calibri" pitchFamily="34" charset="0"/>
                    <a:cs typeface="Calibri" pitchFamily="34" charset="0"/>
                    <a:sym typeface="Calibri" pitchFamily="34" charset="0"/>
                  </a:defRPr>
                </a:lvl2pPr>
                <a:lvl3pPr defTabSz="800100">
                  <a:defRPr sz="1300">
                    <a:solidFill>
                      <a:srgbClr val="000000"/>
                    </a:solidFill>
                    <a:latin typeface="Calibri" pitchFamily="34" charset="0"/>
                    <a:cs typeface="Calibri" pitchFamily="34" charset="0"/>
                    <a:sym typeface="Calibri" pitchFamily="34" charset="0"/>
                  </a:defRPr>
                </a:lvl3pPr>
                <a:lvl4pPr defTabSz="800100">
                  <a:defRPr sz="1300">
                    <a:solidFill>
                      <a:srgbClr val="000000"/>
                    </a:solidFill>
                    <a:latin typeface="Calibri" pitchFamily="34" charset="0"/>
                    <a:cs typeface="Calibri" pitchFamily="34" charset="0"/>
                    <a:sym typeface="Calibri" pitchFamily="34" charset="0"/>
                  </a:defRPr>
                </a:lvl4pPr>
                <a:lvl5pPr defTabSz="800100">
                  <a:defRPr sz="1300">
                    <a:solidFill>
                      <a:srgbClr val="000000"/>
                    </a:solidFill>
                    <a:latin typeface="Calibri" pitchFamily="34" charset="0"/>
                    <a:cs typeface="Calibri" pitchFamily="34" charset="0"/>
                    <a:sym typeface="Calibri" pitchFamily="34" charset="0"/>
                  </a:defRPr>
                </a:lvl5pPr>
                <a:lvl6pPr marL="457200" indent="1371600" defTabSz="8001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6pPr>
                <a:lvl7pPr marL="914400" indent="1371600" defTabSz="8001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7pPr>
                <a:lvl8pPr marL="1371600" indent="1371600" defTabSz="8001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8pPr>
                <a:lvl9pPr marL="1828800" indent="1371600" defTabSz="8001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9pPr>
              </a:lstStyle>
              <a:p>
                <a:pPr eaLnBrk="1">
                  <a:lnSpc>
                    <a:spcPct val="90000"/>
                  </a:lnSpc>
                  <a:spcBef>
                    <a:spcPts val="700"/>
                  </a:spcBef>
                </a:pPr>
                <a:r>
                  <a:rPr lang="en-US" sz="1800"/>
                  <a:t>Test and tune the parameters of the CNN to achieve the optimal accuracy.</a:t>
                </a:r>
              </a:p>
            </p:txBody>
          </p:sp>
        </p:grpSp>
        <p:grpSp>
          <p:nvGrpSpPr>
            <p:cNvPr id="13320" name="Group"/>
            <p:cNvGrpSpPr>
              <a:grpSpLocks/>
            </p:cNvGrpSpPr>
            <p:nvPr/>
          </p:nvGrpSpPr>
          <p:grpSpPr bwMode="auto">
            <a:xfrm>
              <a:off x="0" y="3812250"/>
              <a:ext cx="1971378" cy="887876"/>
              <a:chOff x="0" y="0"/>
              <a:chExt cx="1971376" cy="887875"/>
            </a:xfrm>
          </p:grpSpPr>
          <p:sp>
            <p:nvSpPr>
              <p:cNvPr id="106" name="Shape"/>
              <p:cNvSpPr/>
              <p:nvPr/>
            </p:nvSpPr>
            <p:spPr>
              <a:xfrm rot="10800000">
                <a:off x="0" y="-40"/>
                <a:ext cx="1971772" cy="887187"/>
              </a:xfrm>
              <a:custGeom>
                <a:avLst/>
                <a:gdLst/>
                <a:ahLst/>
                <a:cxnLst>
                  <a:cxn ang="0">
                    <a:pos x="wd2" y="hd2"/>
                  </a:cxn>
                  <a:cxn ang="5400000">
                    <a:pos x="wd2" y="hd2"/>
                  </a:cxn>
                  <a:cxn ang="10800000">
                    <a:pos x="wd2" y="hd2"/>
                  </a:cxn>
                  <a:cxn ang="16200000">
                    <a:pos x="wd2" y="hd2"/>
                  </a:cxn>
                </a:cxnLst>
                <a:rect l="0" t="0" r="r" b="b"/>
                <a:pathLst>
                  <a:path w="21600" h="21600" extrusionOk="0">
                    <a:moveTo>
                      <a:pt x="0" y="7565"/>
                    </a:moveTo>
                    <a:lnTo>
                      <a:pt x="10557" y="7565"/>
                    </a:lnTo>
                    <a:lnTo>
                      <a:pt x="10557" y="3240"/>
                    </a:lnTo>
                    <a:lnTo>
                      <a:pt x="9827" y="3240"/>
                    </a:lnTo>
                    <a:lnTo>
                      <a:pt x="10800" y="0"/>
                    </a:lnTo>
                    <a:lnTo>
                      <a:pt x="11773" y="3240"/>
                    </a:lnTo>
                    <a:lnTo>
                      <a:pt x="11043" y="3240"/>
                    </a:lnTo>
                    <a:lnTo>
                      <a:pt x="11043" y="7565"/>
                    </a:lnTo>
                    <a:lnTo>
                      <a:pt x="21600" y="7565"/>
                    </a:lnTo>
                    <a:lnTo>
                      <a:pt x="21600" y="21600"/>
                    </a:lnTo>
                    <a:lnTo>
                      <a:pt x="0" y="21600"/>
                    </a:lnTo>
                    <a:close/>
                  </a:path>
                </a:pathLst>
              </a:custGeom>
              <a:solidFill>
                <a:schemeClr val="accent3"/>
              </a:solidFill>
              <a:ln w="12700" cap="flat">
                <a:solidFill>
                  <a:schemeClr val="accent3"/>
                </a:solidFill>
                <a:prstDash val="solid"/>
                <a:miter lim="800000"/>
              </a:ln>
              <a:effectLst/>
            </p:spPr>
            <p:txBody>
              <a:bodyPr lIns="45719" tIns="45719" rIns="45719" bIns="45719" anchor="ctr"/>
              <a:lstStyle/>
              <a:p>
                <a:pPr algn="ctr" defTabSz="889000" eaLnBrk="1" fontAlgn="auto">
                  <a:lnSpc>
                    <a:spcPct val="90000"/>
                  </a:lnSpc>
                  <a:spcBef>
                    <a:spcPts val="1300"/>
                  </a:spcBef>
                  <a:spcAft>
                    <a:spcPts val="0"/>
                  </a:spcAft>
                  <a:defRPr sz="3200">
                    <a:solidFill>
                      <a:srgbClr val="FFFFFF"/>
                    </a:solidFill>
                  </a:defRPr>
                </a:pPr>
                <a:endParaRPr sz="3200" kern="0">
                  <a:solidFill>
                    <a:srgbClr val="FFFFFF"/>
                  </a:solidFill>
                  <a:latin typeface="+mj-lt"/>
                  <a:ea typeface="+mj-ea"/>
                  <a:cs typeface="+mj-cs"/>
                  <a:sym typeface="Calibri"/>
                </a:endParaRPr>
              </a:p>
            </p:txBody>
          </p:sp>
          <p:sp>
            <p:nvSpPr>
              <p:cNvPr id="13349" name="Step 5"/>
              <p:cNvSpPr txBox="1">
                <a:spLocks noChangeArrowheads="1"/>
              </p:cNvSpPr>
              <p:nvPr/>
            </p:nvSpPr>
            <p:spPr bwMode="auto">
              <a:xfrm>
                <a:off x="0" y="23984"/>
                <a:ext cx="1971378" cy="529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140204" tIns="140204" rIns="140204" bIns="140204" anchor="ctr">
                <a:spAutoFit/>
              </a:bodyPr>
              <a:lstStyle>
                <a:lvl1pPr defTabSz="889000">
                  <a:defRPr sz="1300">
                    <a:solidFill>
                      <a:srgbClr val="000000"/>
                    </a:solidFill>
                    <a:latin typeface="Calibri" pitchFamily="34" charset="0"/>
                    <a:cs typeface="Calibri" pitchFamily="34" charset="0"/>
                    <a:sym typeface="Calibri" pitchFamily="34" charset="0"/>
                  </a:defRPr>
                </a:lvl1pPr>
                <a:lvl2pPr defTabSz="889000">
                  <a:defRPr sz="1300">
                    <a:solidFill>
                      <a:srgbClr val="000000"/>
                    </a:solidFill>
                    <a:latin typeface="Calibri" pitchFamily="34" charset="0"/>
                    <a:cs typeface="Calibri" pitchFamily="34" charset="0"/>
                    <a:sym typeface="Calibri" pitchFamily="34" charset="0"/>
                  </a:defRPr>
                </a:lvl2pPr>
                <a:lvl3pPr defTabSz="889000">
                  <a:defRPr sz="1300">
                    <a:solidFill>
                      <a:srgbClr val="000000"/>
                    </a:solidFill>
                    <a:latin typeface="Calibri" pitchFamily="34" charset="0"/>
                    <a:cs typeface="Calibri" pitchFamily="34" charset="0"/>
                    <a:sym typeface="Calibri" pitchFamily="34" charset="0"/>
                  </a:defRPr>
                </a:lvl3pPr>
                <a:lvl4pPr defTabSz="889000">
                  <a:defRPr sz="1300">
                    <a:solidFill>
                      <a:srgbClr val="000000"/>
                    </a:solidFill>
                    <a:latin typeface="Calibri" pitchFamily="34" charset="0"/>
                    <a:cs typeface="Calibri" pitchFamily="34" charset="0"/>
                    <a:sym typeface="Calibri" pitchFamily="34" charset="0"/>
                  </a:defRPr>
                </a:lvl4pPr>
                <a:lvl5pPr defTabSz="889000">
                  <a:defRPr sz="1300">
                    <a:solidFill>
                      <a:srgbClr val="000000"/>
                    </a:solidFill>
                    <a:latin typeface="Calibri" pitchFamily="34" charset="0"/>
                    <a:cs typeface="Calibri" pitchFamily="34" charset="0"/>
                    <a:sym typeface="Calibri" pitchFamily="34" charset="0"/>
                  </a:defRPr>
                </a:lvl5pPr>
                <a:lvl6pPr marL="457200" indent="1371600" defTabSz="8890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6pPr>
                <a:lvl7pPr marL="914400" indent="1371600" defTabSz="8890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7pPr>
                <a:lvl8pPr marL="1371600" indent="1371600" defTabSz="8890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8pPr>
                <a:lvl9pPr marL="1828800" indent="1371600" defTabSz="8890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9pPr>
              </a:lstStyle>
              <a:p>
                <a:pPr algn="ctr" eaLnBrk="1">
                  <a:lnSpc>
                    <a:spcPct val="90000"/>
                  </a:lnSpc>
                  <a:spcBef>
                    <a:spcPts val="800"/>
                  </a:spcBef>
                </a:pPr>
                <a:r>
                  <a:rPr lang="en-US" sz="2000">
                    <a:solidFill>
                      <a:srgbClr val="FFFFFF"/>
                    </a:solidFill>
                  </a:rPr>
                  <a:t>Step 5</a:t>
                </a:r>
              </a:p>
            </p:txBody>
          </p:sp>
        </p:grpSp>
        <p:grpSp>
          <p:nvGrpSpPr>
            <p:cNvPr id="13321" name="Group"/>
            <p:cNvGrpSpPr>
              <a:grpSpLocks/>
            </p:cNvGrpSpPr>
            <p:nvPr/>
          </p:nvGrpSpPr>
          <p:grpSpPr bwMode="auto">
            <a:xfrm>
              <a:off x="1971376" y="3730467"/>
              <a:ext cx="6010974" cy="740685"/>
              <a:chOff x="0" y="4416"/>
              <a:chExt cx="6010972" cy="740683"/>
            </a:xfrm>
          </p:grpSpPr>
          <p:sp>
            <p:nvSpPr>
              <p:cNvPr id="13346" name="Rectangle"/>
              <p:cNvSpPr>
                <a:spLocks noChangeArrowheads="1"/>
              </p:cNvSpPr>
              <p:nvPr/>
            </p:nvSpPr>
            <p:spPr bwMode="auto">
              <a:xfrm>
                <a:off x="0" y="86198"/>
                <a:ext cx="5914132" cy="577120"/>
              </a:xfrm>
              <a:prstGeom prst="rect">
                <a:avLst/>
              </a:prstGeom>
              <a:solidFill>
                <a:srgbClr val="E0E0E0">
                  <a:alpha val="90195"/>
                </a:srgbClr>
              </a:solidFill>
              <a:ln w="12700">
                <a:solidFill>
                  <a:srgbClr val="E0E0E0">
                    <a:alpha val="90195"/>
                  </a:srgbClr>
                </a:solidFill>
                <a:miter lim="800000"/>
                <a:headEnd/>
                <a:tailEnd/>
              </a:ln>
            </p:spPr>
            <p:txBody>
              <a:bodyPr lIns="45719" tIns="45719" rIns="45719" bIns="45719" anchor="ctr"/>
              <a:lstStyle/>
              <a:p>
                <a:pPr defTabSz="800100" eaLnBrk="1">
                  <a:lnSpc>
                    <a:spcPct val="90000"/>
                  </a:lnSpc>
                  <a:spcBef>
                    <a:spcPts val="1300"/>
                  </a:spcBef>
                </a:pPr>
                <a:endParaRPr lang="en-US" sz="1800"/>
              </a:p>
            </p:txBody>
          </p:sp>
          <p:sp>
            <p:nvSpPr>
              <p:cNvPr id="13347" name="Train the Fully-connected layer of the model using the MNIST Sign Language dataset."/>
              <p:cNvSpPr txBox="1">
                <a:spLocks noChangeArrowheads="1"/>
              </p:cNvSpPr>
              <p:nvPr/>
            </p:nvSpPr>
            <p:spPr bwMode="auto">
              <a:xfrm>
                <a:off x="0" y="4416"/>
                <a:ext cx="6010972" cy="7406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wrap="square" lIns="119966" tIns="119966" rIns="119966" bIns="119966" anchor="ctr">
                <a:spAutoFit/>
              </a:bodyPr>
              <a:lstStyle>
                <a:lvl1pPr defTabSz="800100">
                  <a:defRPr sz="1300">
                    <a:solidFill>
                      <a:srgbClr val="000000"/>
                    </a:solidFill>
                    <a:latin typeface="Calibri" pitchFamily="34" charset="0"/>
                    <a:cs typeface="Calibri" pitchFamily="34" charset="0"/>
                    <a:sym typeface="Calibri" pitchFamily="34" charset="0"/>
                  </a:defRPr>
                </a:lvl1pPr>
                <a:lvl2pPr defTabSz="800100">
                  <a:defRPr sz="1300">
                    <a:solidFill>
                      <a:srgbClr val="000000"/>
                    </a:solidFill>
                    <a:latin typeface="Calibri" pitchFamily="34" charset="0"/>
                    <a:cs typeface="Calibri" pitchFamily="34" charset="0"/>
                    <a:sym typeface="Calibri" pitchFamily="34" charset="0"/>
                  </a:defRPr>
                </a:lvl2pPr>
                <a:lvl3pPr defTabSz="800100">
                  <a:defRPr sz="1300">
                    <a:solidFill>
                      <a:srgbClr val="000000"/>
                    </a:solidFill>
                    <a:latin typeface="Calibri" pitchFamily="34" charset="0"/>
                    <a:cs typeface="Calibri" pitchFamily="34" charset="0"/>
                    <a:sym typeface="Calibri" pitchFamily="34" charset="0"/>
                  </a:defRPr>
                </a:lvl3pPr>
                <a:lvl4pPr defTabSz="800100">
                  <a:defRPr sz="1300">
                    <a:solidFill>
                      <a:srgbClr val="000000"/>
                    </a:solidFill>
                    <a:latin typeface="Calibri" pitchFamily="34" charset="0"/>
                    <a:cs typeface="Calibri" pitchFamily="34" charset="0"/>
                    <a:sym typeface="Calibri" pitchFamily="34" charset="0"/>
                  </a:defRPr>
                </a:lvl4pPr>
                <a:lvl5pPr defTabSz="800100">
                  <a:defRPr sz="1300">
                    <a:solidFill>
                      <a:srgbClr val="000000"/>
                    </a:solidFill>
                    <a:latin typeface="Calibri" pitchFamily="34" charset="0"/>
                    <a:cs typeface="Calibri" pitchFamily="34" charset="0"/>
                    <a:sym typeface="Calibri" pitchFamily="34" charset="0"/>
                  </a:defRPr>
                </a:lvl5pPr>
                <a:lvl6pPr marL="457200" indent="1371600" defTabSz="8001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6pPr>
                <a:lvl7pPr marL="914400" indent="1371600" defTabSz="8001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7pPr>
                <a:lvl8pPr marL="1371600" indent="1371600" defTabSz="8001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8pPr>
                <a:lvl9pPr marL="1828800" indent="1371600" defTabSz="8001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9pPr>
              </a:lstStyle>
              <a:p>
                <a:pPr eaLnBrk="1">
                  <a:lnSpc>
                    <a:spcPct val="90000"/>
                  </a:lnSpc>
                  <a:spcBef>
                    <a:spcPts val="700"/>
                  </a:spcBef>
                </a:pPr>
                <a:r>
                  <a:rPr lang="en-US" sz="1800" dirty="0"/>
                  <a:t>Train </a:t>
                </a:r>
                <a:r>
                  <a:rPr lang="en-US" sz="1800" dirty="0" smtClean="0"/>
                  <a:t>the Convolution and </a:t>
                </a:r>
                <a:r>
                  <a:rPr lang="en-US" sz="1800" dirty="0"/>
                  <a:t>Fully-connected </a:t>
                </a:r>
                <a:r>
                  <a:rPr lang="en-US" sz="1800" dirty="0" smtClean="0"/>
                  <a:t>layers </a:t>
                </a:r>
                <a:r>
                  <a:rPr lang="en-US" sz="1800" dirty="0"/>
                  <a:t>of the model using </a:t>
                </a:r>
                <a:r>
                  <a:rPr lang="en-US" sz="1800" dirty="0" err="1" smtClean="0"/>
                  <a:t>backpropagation</a:t>
                </a:r>
                <a:r>
                  <a:rPr lang="en-US" sz="1800" dirty="0" smtClean="0"/>
                  <a:t> and</a:t>
                </a:r>
                <a:r>
                  <a:rPr lang="en-US" sz="1800" dirty="0" smtClean="0"/>
                  <a:t> </a:t>
                </a:r>
                <a:r>
                  <a:rPr lang="en-US" sz="1800" dirty="0"/>
                  <a:t>MNIST Sign Language dataset.</a:t>
                </a:r>
              </a:p>
            </p:txBody>
          </p:sp>
        </p:grpSp>
        <p:grpSp>
          <p:nvGrpSpPr>
            <p:cNvPr id="13322" name="Group"/>
            <p:cNvGrpSpPr>
              <a:grpSpLocks/>
            </p:cNvGrpSpPr>
            <p:nvPr/>
          </p:nvGrpSpPr>
          <p:grpSpPr bwMode="auto">
            <a:xfrm>
              <a:off x="0" y="2933034"/>
              <a:ext cx="1971378" cy="887876"/>
              <a:chOff x="0" y="0"/>
              <a:chExt cx="1971376" cy="887875"/>
            </a:xfrm>
          </p:grpSpPr>
          <p:sp>
            <p:nvSpPr>
              <p:cNvPr id="112" name="Shape"/>
              <p:cNvSpPr/>
              <p:nvPr/>
            </p:nvSpPr>
            <p:spPr>
              <a:xfrm rot="10800000">
                <a:off x="0" y="-76"/>
                <a:ext cx="1971772" cy="887187"/>
              </a:xfrm>
              <a:custGeom>
                <a:avLst/>
                <a:gdLst/>
                <a:ahLst/>
                <a:cxnLst>
                  <a:cxn ang="0">
                    <a:pos x="wd2" y="hd2"/>
                  </a:cxn>
                  <a:cxn ang="5400000">
                    <a:pos x="wd2" y="hd2"/>
                  </a:cxn>
                  <a:cxn ang="10800000">
                    <a:pos x="wd2" y="hd2"/>
                  </a:cxn>
                  <a:cxn ang="16200000">
                    <a:pos x="wd2" y="hd2"/>
                  </a:cxn>
                </a:cxnLst>
                <a:rect l="0" t="0" r="r" b="b"/>
                <a:pathLst>
                  <a:path w="21600" h="21600" extrusionOk="0">
                    <a:moveTo>
                      <a:pt x="0" y="7565"/>
                    </a:moveTo>
                    <a:lnTo>
                      <a:pt x="10557" y="7565"/>
                    </a:lnTo>
                    <a:lnTo>
                      <a:pt x="10557" y="3240"/>
                    </a:lnTo>
                    <a:lnTo>
                      <a:pt x="9827" y="3240"/>
                    </a:lnTo>
                    <a:lnTo>
                      <a:pt x="10800" y="0"/>
                    </a:lnTo>
                    <a:lnTo>
                      <a:pt x="11773" y="3240"/>
                    </a:lnTo>
                    <a:lnTo>
                      <a:pt x="11043" y="3240"/>
                    </a:lnTo>
                    <a:lnTo>
                      <a:pt x="11043" y="7565"/>
                    </a:lnTo>
                    <a:lnTo>
                      <a:pt x="21600" y="7565"/>
                    </a:lnTo>
                    <a:lnTo>
                      <a:pt x="21600" y="21600"/>
                    </a:lnTo>
                    <a:lnTo>
                      <a:pt x="0" y="21600"/>
                    </a:lnTo>
                    <a:close/>
                  </a:path>
                </a:pathLst>
              </a:custGeom>
              <a:solidFill>
                <a:schemeClr val="accent4"/>
              </a:solidFill>
              <a:ln w="12700" cap="flat">
                <a:solidFill>
                  <a:schemeClr val="accent4"/>
                </a:solidFill>
                <a:prstDash val="solid"/>
                <a:miter lim="800000"/>
              </a:ln>
              <a:effectLst/>
            </p:spPr>
            <p:txBody>
              <a:bodyPr lIns="45719" tIns="45719" rIns="45719" bIns="45719" anchor="ctr"/>
              <a:lstStyle/>
              <a:p>
                <a:pPr algn="ctr" defTabSz="889000" eaLnBrk="1" fontAlgn="auto">
                  <a:lnSpc>
                    <a:spcPct val="90000"/>
                  </a:lnSpc>
                  <a:spcBef>
                    <a:spcPts val="1300"/>
                  </a:spcBef>
                  <a:spcAft>
                    <a:spcPts val="0"/>
                  </a:spcAft>
                  <a:defRPr sz="3200">
                    <a:solidFill>
                      <a:srgbClr val="FFFFFF"/>
                    </a:solidFill>
                  </a:defRPr>
                </a:pPr>
                <a:endParaRPr sz="3200" kern="0">
                  <a:solidFill>
                    <a:srgbClr val="FFFFFF"/>
                  </a:solidFill>
                  <a:latin typeface="+mj-lt"/>
                  <a:ea typeface="+mj-ea"/>
                  <a:cs typeface="+mj-cs"/>
                  <a:sym typeface="Calibri"/>
                </a:endParaRPr>
              </a:p>
            </p:txBody>
          </p:sp>
          <p:sp>
            <p:nvSpPr>
              <p:cNvPr id="13345" name="Step 4"/>
              <p:cNvSpPr txBox="1">
                <a:spLocks noChangeArrowheads="1"/>
              </p:cNvSpPr>
              <p:nvPr/>
            </p:nvSpPr>
            <p:spPr bwMode="auto">
              <a:xfrm>
                <a:off x="0" y="23984"/>
                <a:ext cx="1971378" cy="529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140204" tIns="140204" rIns="140204" bIns="140204" anchor="ctr">
                <a:spAutoFit/>
              </a:bodyPr>
              <a:lstStyle>
                <a:lvl1pPr defTabSz="889000">
                  <a:defRPr sz="1300">
                    <a:solidFill>
                      <a:srgbClr val="000000"/>
                    </a:solidFill>
                    <a:latin typeface="Calibri" pitchFamily="34" charset="0"/>
                    <a:cs typeface="Calibri" pitchFamily="34" charset="0"/>
                    <a:sym typeface="Calibri" pitchFamily="34" charset="0"/>
                  </a:defRPr>
                </a:lvl1pPr>
                <a:lvl2pPr defTabSz="889000">
                  <a:defRPr sz="1300">
                    <a:solidFill>
                      <a:srgbClr val="000000"/>
                    </a:solidFill>
                    <a:latin typeface="Calibri" pitchFamily="34" charset="0"/>
                    <a:cs typeface="Calibri" pitchFamily="34" charset="0"/>
                    <a:sym typeface="Calibri" pitchFamily="34" charset="0"/>
                  </a:defRPr>
                </a:lvl2pPr>
                <a:lvl3pPr defTabSz="889000">
                  <a:defRPr sz="1300">
                    <a:solidFill>
                      <a:srgbClr val="000000"/>
                    </a:solidFill>
                    <a:latin typeface="Calibri" pitchFamily="34" charset="0"/>
                    <a:cs typeface="Calibri" pitchFamily="34" charset="0"/>
                    <a:sym typeface="Calibri" pitchFamily="34" charset="0"/>
                  </a:defRPr>
                </a:lvl3pPr>
                <a:lvl4pPr defTabSz="889000">
                  <a:defRPr sz="1300">
                    <a:solidFill>
                      <a:srgbClr val="000000"/>
                    </a:solidFill>
                    <a:latin typeface="Calibri" pitchFamily="34" charset="0"/>
                    <a:cs typeface="Calibri" pitchFamily="34" charset="0"/>
                    <a:sym typeface="Calibri" pitchFamily="34" charset="0"/>
                  </a:defRPr>
                </a:lvl4pPr>
                <a:lvl5pPr defTabSz="889000">
                  <a:defRPr sz="1300">
                    <a:solidFill>
                      <a:srgbClr val="000000"/>
                    </a:solidFill>
                    <a:latin typeface="Calibri" pitchFamily="34" charset="0"/>
                    <a:cs typeface="Calibri" pitchFamily="34" charset="0"/>
                    <a:sym typeface="Calibri" pitchFamily="34" charset="0"/>
                  </a:defRPr>
                </a:lvl5pPr>
                <a:lvl6pPr marL="457200" indent="1371600" defTabSz="8890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6pPr>
                <a:lvl7pPr marL="914400" indent="1371600" defTabSz="8890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7pPr>
                <a:lvl8pPr marL="1371600" indent="1371600" defTabSz="8890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8pPr>
                <a:lvl9pPr marL="1828800" indent="1371600" defTabSz="8890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9pPr>
              </a:lstStyle>
              <a:p>
                <a:pPr algn="ctr" eaLnBrk="1">
                  <a:lnSpc>
                    <a:spcPct val="90000"/>
                  </a:lnSpc>
                  <a:spcBef>
                    <a:spcPts val="800"/>
                  </a:spcBef>
                </a:pPr>
                <a:r>
                  <a:rPr lang="en-US" sz="2000">
                    <a:solidFill>
                      <a:srgbClr val="FFFFFF"/>
                    </a:solidFill>
                  </a:rPr>
                  <a:t>Step 4</a:t>
                </a:r>
              </a:p>
            </p:txBody>
          </p:sp>
        </p:grpSp>
        <p:grpSp>
          <p:nvGrpSpPr>
            <p:cNvPr id="13323" name="Group"/>
            <p:cNvGrpSpPr>
              <a:grpSpLocks/>
            </p:cNvGrpSpPr>
            <p:nvPr/>
          </p:nvGrpSpPr>
          <p:grpSpPr bwMode="auto">
            <a:xfrm>
              <a:off x="1971376" y="2851252"/>
              <a:ext cx="5914134" cy="740686"/>
              <a:chOff x="0" y="4417"/>
              <a:chExt cx="5914132" cy="740683"/>
            </a:xfrm>
          </p:grpSpPr>
          <p:sp>
            <p:nvSpPr>
              <p:cNvPr id="13342" name="Rectangle"/>
              <p:cNvSpPr>
                <a:spLocks noChangeArrowheads="1"/>
              </p:cNvSpPr>
              <p:nvPr/>
            </p:nvSpPr>
            <p:spPr bwMode="auto">
              <a:xfrm>
                <a:off x="0" y="86198"/>
                <a:ext cx="5914132" cy="577120"/>
              </a:xfrm>
              <a:prstGeom prst="rect">
                <a:avLst/>
              </a:prstGeom>
              <a:solidFill>
                <a:srgbClr val="FFE8CA">
                  <a:alpha val="90195"/>
                </a:srgbClr>
              </a:solidFill>
              <a:ln w="12700">
                <a:solidFill>
                  <a:srgbClr val="FFE8CA">
                    <a:alpha val="90195"/>
                  </a:srgbClr>
                </a:solidFill>
                <a:miter lim="800000"/>
                <a:headEnd/>
                <a:tailEnd/>
              </a:ln>
            </p:spPr>
            <p:txBody>
              <a:bodyPr lIns="45719" tIns="45719" rIns="45719" bIns="45719" anchor="ctr"/>
              <a:lstStyle/>
              <a:p>
                <a:pPr defTabSz="800100" eaLnBrk="1">
                  <a:lnSpc>
                    <a:spcPct val="90000"/>
                  </a:lnSpc>
                  <a:spcBef>
                    <a:spcPts val="1300"/>
                  </a:spcBef>
                </a:pPr>
                <a:endParaRPr lang="en-US" sz="1800"/>
              </a:p>
            </p:txBody>
          </p:sp>
          <p:sp>
            <p:nvSpPr>
              <p:cNvPr id="13343" name="Reduce the size of the image in the Pooling layer to make the model more efficient."/>
              <p:cNvSpPr txBox="1">
                <a:spLocks noChangeArrowheads="1"/>
              </p:cNvSpPr>
              <p:nvPr/>
            </p:nvSpPr>
            <p:spPr bwMode="auto">
              <a:xfrm>
                <a:off x="0" y="4417"/>
                <a:ext cx="5914131" cy="7406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119966" tIns="119966" rIns="119966" bIns="119966" anchor="ctr">
                <a:spAutoFit/>
              </a:bodyPr>
              <a:lstStyle>
                <a:lvl1pPr defTabSz="800100">
                  <a:defRPr sz="1300">
                    <a:solidFill>
                      <a:srgbClr val="000000"/>
                    </a:solidFill>
                    <a:latin typeface="Calibri" pitchFamily="34" charset="0"/>
                    <a:cs typeface="Calibri" pitchFamily="34" charset="0"/>
                    <a:sym typeface="Calibri" pitchFamily="34" charset="0"/>
                  </a:defRPr>
                </a:lvl1pPr>
                <a:lvl2pPr defTabSz="800100">
                  <a:defRPr sz="1300">
                    <a:solidFill>
                      <a:srgbClr val="000000"/>
                    </a:solidFill>
                    <a:latin typeface="Calibri" pitchFamily="34" charset="0"/>
                    <a:cs typeface="Calibri" pitchFamily="34" charset="0"/>
                    <a:sym typeface="Calibri" pitchFamily="34" charset="0"/>
                  </a:defRPr>
                </a:lvl2pPr>
                <a:lvl3pPr defTabSz="800100">
                  <a:defRPr sz="1300">
                    <a:solidFill>
                      <a:srgbClr val="000000"/>
                    </a:solidFill>
                    <a:latin typeface="Calibri" pitchFamily="34" charset="0"/>
                    <a:cs typeface="Calibri" pitchFamily="34" charset="0"/>
                    <a:sym typeface="Calibri" pitchFamily="34" charset="0"/>
                  </a:defRPr>
                </a:lvl3pPr>
                <a:lvl4pPr defTabSz="800100">
                  <a:defRPr sz="1300">
                    <a:solidFill>
                      <a:srgbClr val="000000"/>
                    </a:solidFill>
                    <a:latin typeface="Calibri" pitchFamily="34" charset="0"/>
                    <a:cs typeface="Calibri" pitchFamily="34" charset="0"/>
                    <a:sym typeface="Calibri" pitchFamily="34" charset="0"/>
                  </a:defRPr>
                </a:lvl4pPr>
                <a:lvl5pPr defTabSz="800100">
                  <a:defRPr sz="1300">
                    <a:solidFill>
                      <a:srgbClr val="000000"/>
                    </a:solidFill>
                    <a:latin typeface="Calibri" pitchFamily="34" charset="0"/>
                    <a:cs typeface="Calibri" pitchFamily="34" charset="0"/>
                    <a:sym typeface="Calibri" pitchFamily="34" charset="0"/>
                  </a:defRPr>
                </a:lvl5pPr>
                <a:lvl6pPr marL="457200" indent="1371600" defTabSz="8001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6pPr>
                <a:lvl7pPr marL="914400" indent="1371600" defTabSz="8001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7pPr>
                <a:lvl8pPr marL="1371600" indent="1371600" defTabSz="8001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8pPr>
                <a:lvl9pPr marL="1828800" indent="1371600" defTabSz="8001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9pPr>
              </a:lstStyle>
              <a:p>
                <a:pPr eaLnBrk="1">
                  <a:lnSpc>
                    <a:spcPct val="90000"/>
                  </a:lnSpc>
                  <a:spcBef>
                    <a:spcPts val="700"/>
                  </a:spcBef>
                </a:pPr>
                <a:r>
                  <a:rPr lang="en-US" sz="1800" dirty="0"/>
                  <a:t>Reduce the size of the image </a:t>
                </a:r>
                <a:r>
                  <a:rPr lang="en-US" sz="1800" dirty="0" smtClean="0"/>
                  <a:t>during </a:t>
                </a:r>
                <a:r>
                  <a:rPr lang="en-US" sz="1800" dirty="0" smtClean="0"/>
                  <a:t>pooling </a:t>
                </a:r>
                <a:r>
                  <a:rPr lang="en-US" sz="1800" dirty="0" smtClean="0"/>
                  <a:t>to compress th</a:t>
                </a:r>
                <a:r>
                  <a:rPr lang="en-US" sz="1800" dirty="0" smtClean="0"/>
                  <a:t>e feature map created during filtering</a:t>
                </a:r>
                <a:r>
                  <a:rPr lang="en-US" sz="1800" dirty="0" smtClean="0"/>
                  <a:t>.</a:t>
                </a:r>
                <a:endParaRPr lang="en-US" sz="1800" dirty="0"/>
              </a:p>
            </p:txBody>
          </p:sp>
        </p:grpSp>
        <p:grpSp>
          <p:nvGrpSpPr>
            <p:cNvPr id="13324" name="Group"/>
            <p:cNvGrpSpPr>
              <a:grpSpLocks/>
            </p:cNvGrpSpPr>
            <p:nvPr/>
          </p:nvGrpSpPr>
          <p:grpSpPr bwMode="auto">
            <a:xfrm>
              <a:off x="0" y="2053818"/>
              <a:ext cx="1971378" cy="887876"/>
              <a:chOff x="0" y="0"/>
              <a:chExt cx="1971376" cy="887875"/>
            </a:xfrm>
          </p:grpSpPr>
          <p:sp>
            <p:nvSpPr>
              <p:cNvPr id="118" name="Shape"/>
              <p:cNvSpPr/>
              <p:nvPr/>
            </p:nvSpPr>
            <p:spPr>
              <a:xfrm rot="10800000">
                <a:off x="0" y="-113"/>
                <a:ext cx="1971772" cy="888774"/>
              </a:xfrm>
              <a:custGeom>
                <a:avLst/>
                <a:gdLst/>
                <a:ahLst/>
                <a:cxnLst>
                  <a:cxn ang="0">
                    <a:pos x="wd2" y="hd2"/>
                  </a:cxn>
                  <a:cxn ang="5400000">
                    <a:pos x="wd2" y="hd2"/>
                  </a:cxn>
                  <a:cxn ang="10800000">
                    <a:pos x="wd2" y="hd2"/>
                  </a:cxn>
                  <a:cxn ang="16200000">
                    <a:pos x="wd2" y="hd2"/>
                  </a:cxn>
                </a:cxnLst>
                <a:rect l="0" t="0" r="r" b="b"/>
                <a:pathLst>
                  <a:path w="21600" h="21600" extrusionOk="0">
                    <a:moveTo>
                      <a:pt x="0" y="7565"/>
                    </a:moveTo>
                    <a:lnTo>
                      <a:pt x="10557" y="7565"/>
                    </a:lnTo>
                    <a:lnTo>
                      <a:pt x="10557" y="3240"/>
                    </a:lnTo>
                    <a:lnTo>
                      <a:pt x="9827" y="3240"/>
                    </a:lnTo>
                    <a:lnTo>
                      <a:pt x="10800" y="0"/>
                    </a:lnTo>
                    <a:lnTo>
                      <a:pt x="11773" y="3240"/>
                    </a:lnTo>
                    <a:lnTo>
                      <a:pt x="11043" y="3240"/>
                    </a:lnTo>
                    <a:lnTo>
                      <a:pt x="11043" y="7565"/>
                    </a:lnTo>
                    <a:lnTo>
                      <a:pt x="21600" y="7565"/>
                    </a:lnTo>
                    <a:lnTo>
                      <a:pt x="21600" y="21600"/>
                    </a:lnTo>
                    <a:lnTo>
                      <a:pt x="0" y="21600"/>
                    </a:lnTo>
                    <a:close/>
                  </a:path>
                </a:pathLst>
              </a:custGeom>
              <a:solidFill>
                <a:schemeClr val="accent5"/>
              </a:solidFill>
              <a:ln w="12700" cap="flat">
                <a:solidFill>
                  <a:schemeClr val="accent5"/>
                </a:solidFill>
                <a:prstDash val="solid"/>
                <a:miter lim="800000"/>
              </a:ln>
              <a:effectLst/>
            </p:spPr>
            <p:txBody>
              <a:bodyPr lIns="45719" tIns="45719" rIns="45719" bIns="45719" anchor="ctr"/>
              <a:lstStyle/>
              <a:p>
                <a:pPr algn="ctr" defTabSz="889000" eaLnBrk="1" fontAlgn="auto">
                  <a:lnSpc>
                    <a:spcPct val="90000"/>
                  </a:lnSpc>
                  <a:spcBef>
                    <a:spcPts val="1300"/>
                  </a:spcBef>
                  <a:spcAft>
                    <a:spcPts val="0"/>
                  </a:spcAft>
                  <a:defRPr sz="3200">
                    <a:solidFill>
                      <a:srgbClr val="FFFFFF"/>
                    </a:solidFill>
                  </a:defRPr>
                </a:pPr>
                <a:endParaRPr sz="3200" kern="0">
                  <a:solidFill>
                    <a:srgbClr val="FFFFFF"/>
                  </a:solidFill>
                  <a:latin typeface="+mj-lt"/>
                  <a:ea typeface="+mj-ea"/>
                  <a:cs typeface="+mj-cs"/>
                  <a:sym typeface="Calibri"/>
                </a:endParaRPr>
              </a:p>
            </p:txBody>
          </p:sp>
          <p:sp>
            <p:nvSpPr>
              <p:cNvPr id="13341" name="Step 3"/>
              <p:cNvSpPr txBox="1">
                <a:spLocks noChangeArrowheads="1"/>
              </p:cNvSpPr>
              <p:nvPr/>
            </p:nvSpPr>
            <p:spPr bwMode="auto">
              <a:xfrm>
                <a:off x="0" y="23984"/>
                <a:ext cx="1971378" cy="529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140204" tIns="140204" rIns="140204" bIns="140204" anchor="ctr">
                <a:spAutoFit/>
              </a:bodyPr>
              <a:lstStyle>
                <a:lvl1pPr defTabSz="889000">
                  <a:defRPr sz="1300">
                    <a:solidFill>
                      <a:srgbClr val="000000"/>
                    </a:solidFill>
                    <a:latin typeface="Calibri" pitchFamily="34" charset="0"/>
                    <a:cs typeface="Calibri" pitchFamily="34" charset="0"/>
                    <a:sym typeface="Calibri" pitchFamily="34" charset="0"/>
                  </a:defRPr>
                </a:lvl1pPr>
                <a:lvl2pPr defTabSz="889000">
                  <a:defRPr sz="1300">
                    <a:solidFill>
                      <a:srgbClr val="000000"/>
                    </a:solidFill>
                    <a:latin typeface="Calibri" pitchFamily="34" charset="0"/>
                    <a:cs typeface="Calibri" pitchFamily="34" charset="0"/>
                    <a:sym typeface="Calibri" pitchFamily="34" charset="0"/>
                  </a:defRPr>
                </a:lvl2pPr>
                <a:lvl3pPr defTabSz="889000">
                  <a:defRPr sz="1300">
                    <a:solidFill>
                      <a:srgbClr val="000000"/>
                    </a:solidFill>
                    <a:latin typeface="Calibri" pitchFamily="34" charset="0"/>
                    <a:cs typeface="Calibri" pitchFamily="34" charset="0"/>
                    <a:sym typeface="Calibri" pitchFamily="34" charset="0"/>
                  </a:defRPr>
                </a:lvl3pPr>
                <a:lvl4pPr defTabSz="889000">
                  <a:defRPr sz="1300">
                    <a:solidFill>
                      <a:srgbClr val="000000"/>
                    </a:solidFill>
                    <a:latin typeface="Calibri" pitchFamily="34" charset="0"/>
                    <a:cs typeface="Calibri" pitchFamily="34" charset="0"/>
                    <a:sym typeface="Calibri" pitchFamily="34" charset="0"/>
                  </a:defRPr>
                </a:lvl4pPr>
                <a:lvl5pPr defTabSz="889000">
                  <a:defRPr sz="1300">
                    <a:solidFill>
                      <a:srgbClr val="000000"/>
                    </a:solidFill>
                    <a:latin typeface="Calibri" pitchFamily="34" charset="0"/>
                    <a:cs typeface="Calibri" pitchFamily="34" charset="0"/>
                    <a:sym typeface="Calibri" pitchFamily="34" charset="0"/>
                  </a:defRPr>
                </a:lvl5pPr>
                <a:lvl6pPr marL="457200" indent="1371600" defTabSz="8890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6pPr>
                <a:lvl7pPr marL="914400" indent="1371600" defTabSz="8890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7pPr>
                <a:lvl8pPr marL="1371600" indent="1371600" defTabSz="8890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8pPr>
                <a:lvl9pPr marL="1828800" indent="1371600" defTabSz="8890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9pPr>
              </a:lstStyle>
              <a:p>
                <a:pPr algn="ctr" eaLnBrk="1">
                  <a:lnSpc>
                    <a:spcPct val="90000"/>
                  </a:lnSpc>
                  <a:spcBef>
                    <a:spcPts val="800"/>
                  </a:spcBef>
                </a:pPr>
                <a:r>
                  <a:rPr lang="en-US" sz="2000">
                    <a:solidFill>
                      <a:srgbClr val="FFFFFF"/>
                    </a:solidFill>
                  </a:rPr>
                  <a:t>Step 3</a:t>
                </a:r>
              </a:p>
            </p:txBody>
          </p:sp>
        </p:grpSp>
        <p:grpSp>
          <p:nvGrpSpPr>
            <p:cNvPr id="13325" name="Group"/>
            <p:cNvGrpSpPr>
              <a:grpSpLocks/>
            </p:cNvGrpSpPr>
            <p:nvPr/>
          </p:nvGrpSpPr>
          <p:grpSpPr bwMode="auto">
            <a:xfrm>
              <a:off x="1971375" y="2053818"/>
              <a:ext cx="5914135" cy="577121"/>
              <a:chOff x="-1" y="0"/>
              <a:chExt cx="5914133" cy="577119"/>
            </a:xfrm>
          </p:grpSpPr>
          <p:sp>
            <p:nvSpPr>
              <p:cNvPr id="13338" name="Rectangle"/>
              <p:cNvSpPr>
                <a:spLocks noChangeArrowheads="1"/>
              </p:cNvSpPr>
              <p:nvPr/>
            </p:nvSpPr>
            <p:spPr bwMode="auto">
              <a:xfrm>
                <a:off x="-1" y="0"/>
                <a:ext cx="5914133" cy="577119"/>
              </a:xfrm>
              <a:prstGeom prst="rect">
                <a:avLst/>
              </a:prstGeom>
              <a:solidFill>
                <a:srgbClr val="D0DEEF">
                  <a:alpha val="90195"/>
                </a:srgbClr>
              </a:solidFill>
              <a:ln w="12700">
                <a:solidFill>
                  <a:srgbClr val="D0DEEF">
                    <a:alpha val="90195"/>
                  </a:srgbClr>
                </a:solidFill>
                <a:miter lim="800000"/>
                <a:headEnd/>
                <a:tailEnd/>
              </a:ln>
            </p:spPr>
            <p:txBody>
              <a:bodyPr lIns="45719" tIns="45719" rIns="45719" bIns="45719" anchor="ctr"/>
              <a:lstStyle/>
              <a:p>
                <a:pPr defTabSz="800100" eaLnBrk="1">
                  <a:lnSpc>
                    <a:spcPct val="90000"/>
                  </a:lnSpc>
                  <a:spcBef>
                    <a:spcPts val="1300"/>
                  </a:spcBef>
                </a:pPr>
                <a:endParaRPr lang="en-US" sz="1800"/>
              </a:p>
            </p:txBody>
          </p:sp>
          <p:sp>
            <p:nvSpPr>
              <p:cNvPr id="13339" name="Extract important features out of the images."/>
              <p:cNvSpPr txBox="1">
                <a:spLocks noChangeArrowheads="1"/>
              </p:cNvSpPr>
              <p:nvPr/>
            </p:nvSpPr>
            <p:spPr bwMode="auto">
              <a:xfrm>
                <a:off x="0" y="42836"/>
                <a:ext cx="5914131" cy="491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119966" tIns="119966" rIns="119966" bIns="119966" anchor="ctr">
                <a:spAutoFit/>
              </a:bodyPr>
              <a:lstStyle>
                <a:lvl1pPr defTabSz="800100">
                  <a:defRPr sz="1300">
                    <a:solidFill>
                      <a:srgbClr val="000000"/>
                    </a:solidFill>
                    <a:latin typeface="Calibri" pitchFamily="34" charset="0"/>
                    <a:cs typeface="Calibri" pitchFamily="34" charset="0"/>
                    <a:sym typeface="Calibri" pitchFamily="34" charset="0"/>
                  </a:defRPr>
                </a:lvl1pPr>
                <a:lvl2pPr defTabSz="800100">
                  <a:defRPr sz="1300">
                    <a:solidFill>
                      <a:srgbClr val="000000"/>
                    </a:solidFill>
                    <a:latin typeface="Calibri" pitchFamily="34" charset="0"/>
                    <a:cs typeface="Calibri" pitchFamily="34" charset="0"/>
                    <a:sym typeface="Calibri" pitchFamily="34" charset="0"/>
                  </a:defRPr>
                </a:lvl2pPr>
                <a:lvl3pPr defTabSz="800100">
                  <a:defRPr sz="1300">
                    <a:solidFill>
                      <a:srgbClr val="000000"/>
                    </a:solidFill>
                    <a:latin typeface="Calibri" pitchFamily="34" charset="0"/>
                    <a:cs typeface="Calibri" pitchFamily="34" charset="0"/>
                    <a:sym typeface="Calibri" pitchFamily="34" charset="0"/>
                  </a:defRPr>
                </a:lvl3pPr>
                <a:lvl4pPr defTabSz="800100">
                  <a:defRPr sz="1300">
                    <a:solidFill>
                      <a:srgbClr val="000000"/>
                    </a:solidFill>
                    <a:latin typeface="Calibri" pitchFamily="34" charset="0"/>
                    <a:cs typeface="Calibri" pitchFamily="34" charset="0"/>
                    <a:sym typeface="Calibri" pitchFamily="34" charset="0"/>
                  </a:defRPr>
                </a:lvl4pPr>
                <a:lvl5pPr defTabSz="800100">
                  <a:defRPr sz="1300">
                    <a:solidFill>
                      <a:srgbClr val="000000"/>
                    </a:solidFill>
                    <a:latin typeface="Calibri" pitchFamily="34" charset="0"/>
                    <a:cs typeface="Calibri" pitchFamily="34" charset="0"/>
                    <a:sym typeface="Calibri" pitchFamily="34" charset="0"/>
                  </a:defRPr>
                </a:lvl5pPr>
                <a:lvl6pPr marL="457200" indent="1371600" defTabSz="8001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6pPr>
                <a:lvl7pPr marL="914400" indent="1371600" defTabSz="8001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7pPr>
                <a:lvl8pPr marL="1371600" indent="1371600" defTabSz="8001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8pPr>
                <a:lvl9pPr marL="1828800" indent="1371600" defTabSz="8001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9pPr>
              </a:lstStyle>
              <a:p>
                <a:pPr eaLnBrk="1">
                  <a:lnSpc>
                    <a:spcPct val="90000"/>
                  </a:lnSpc>
                  <a:spcBef>
                    <a:spcPts val="700"/>
                  </a:spcBef>
                </a:pPr>
                <a:r>
                  <a:rPr lang="en-US" sz="1800" dirty="0" smtClean="0"/>
                  <a:t>Use filters to e</a:t>
                </a:r>
                <a:r>
                  <a:rPr lang="en-US" sz="1800" dirty="0" smtClean="0"/>
                  <a:t>xtract </a:t>
                </a:r>
                <a:r>
                  <a:rPr lang="en-US" sz="1800" dirty="0"/>
                  <a:t>important features out of the images.</a:t>
                </a:r>
              </a:p>
            </p:txBody>
          </p:sp>
        </p:grpSp>
        <p:grpSp>
          <p:nvGrpSpPr>
            <p:cNvPr id="13326" name="Group"/>
            <p:cNvGrpSpPr>
              <a:grpSpLocks/>
            </p:cNvGrpSpPr>
            <p:nvPr/>
          </p:nvGrpSpPr>
          <p:grpSpPr bwMode="auto">
            <a:xfrm>
              <a:off x="0" y="1174601"/>
              <a:ext cx="1971378" cy="887876"/>
              <a:chOff x="0" y="0"/>
              <a:chExt cx="1971376" cy="887875"/>
            </a:xfrm>
          </p:grpSpPr>
          <p:sp>
            <p:nvSpPr>
              <p:cNvPr id="124" name="Shape"/>
              <p:cNvSpPr/>
              <p:nvPr/>
            </p:nvSpPr>
            <p:spPr>
              <a:xfrm rot="10800000">
                <a:off x="0" y="-148"/>
                <a:ext cx="1971772" cy="888774"/>
              </a:xfrm>
              <a:custGeom>
                <a:avLst/>
                <a:gdLst/>
                <a:ahLst/>
                <a:cxnLst>
                  <a:cxn ang="0">
                    <a:pos x="wd2" y="hd2"/>
                  </a:cxn>
                  <a:cxn ang="5400000">
                    <a:pos x="wd2" y="hd2"/>
                  </a:cxn>
                  <a:cxn ang="10800000">
                    <a:pos x="wd2" y="hd2"/>
                  </a:cxn>
                  <a:cxn ang="16200000">
                    <a:pos x="wd2" y="hd2"/>
                  </a:cxn>
                </a:cxnLst>
                <a:rect l="0" t="0" r="r" b="b"/>
                <a:pathLst>
                  <a:path w="21600" h="21600" extrusionOk="0">
                    <a:moveTo>
                      <a:pt x="0" y="7565"/>
                    </a:moveTo>
                    <a:lnTo>
                      <a:pt x="10557" y="7565"/>
                    </a:lnTo>
                    <a:lnTo>
                      <a:pt x="10557" y="3240"/>
                    </a:lnTo>
                    <a:lnTo>
                      <a:pt x="9827" y="3240"/>
                    </a:lnTo>
                    <a:lnTo>
                      <a:pt x="10800" y="0"/>
                    </a:lnTo>
                    <a:lnTo>
                      <a:pt x="11773" y="3240"/>
                    </a:lnTo>
                    <a:lnTo>
                      <a:pt x="11043" y="3240"/>
                    </a:lnTo>
                    <a:lnTo>
                      <a:pt x="11043" y="7565"/>
                    </a:lnTo>
                    <a:lnTo>
                      <a:pt x="21600" y="7565"/>
                    </a:lnTo>
                    <a:lnTo>
                      <a:pt x="21600" y="21600"/>
                    </a:lnTo>
                    <a:lnTo>
                      <a:pt x="0" y="21600"/>
                    </a:lnTo>
                    <a:close/>
                  </a:path>
                </a:pathLst>
              </a:custGeom>
              <a:solidFill>
                <a:schemeClr val="accent6"/>
              </a:solidFill>
              <a:ln w="12700" cap="flat">
                <a:solidFill>
                  <a:schemeClr val="accent6"/>
                </a:solidFill>
                <a:prstDash val="solid"/>
                <a:miter lim="800000"/>
              </a:ln>
              <a:effectLst/>
            </p:spPr>
            <p:txBody>
              <a:bodyPr lIns="45719" tIns="45719" rIns="45719" bIns="45719" anchor="ctr"/>
              <a:lstStyle/>
              <a:p>
                <a:pPr algn="ctr" defTabSz="889000" eaLnBrk="1" fontAlgn="auto">
                  <a:lnSpc>
                    <a:spcPct val="90000"/>
                  </a:lnSpc>
                  <a:spcBef>
                    <a:spcPts val="1300"/>
                  </a:spcBef>
                  <a:spcAft>
                    <a:spcPts val="0"/>
                  </a:spcAft>
                  <a:defRPr sz="3200">
                    <a:solidFill>
                      <a:srgbClr val="FFFFFF"/>
                    </a:solidFill>
                  </a:defRPr>
                </a:pPr>
                <a:endParaRPr sz="3200" kern="0">
                  <a:solidFill>
                    <a:srgbClr val="FFFFFF"/>
                  </a:solidFill>
                  <a:latin typeface="+mj-lt"/>
                  <a:ea typeface="+mj-ea"/>
                  <a:cs typeface="+mj-cs"/>
                  <a:sym typeface="Calibri"/>
                </a:endParaRPr>
              </a:p>
            </p:txBody>
          </p:sp>
          <p:sp>
            <p:nvSpPr>
              <p:cNvPr id="13337" name="Step 2"/>
              <p:cNvSpPr txBox="1">
                <a:spLocks noChangeArrowheads="1"/>
              </p:cNvSpPr>
              <p:nvPr/>
            </p:nvSpPr>
            <p:spPr bwMode="auto">
              <a:xfrm>
                <a:off x="0" y="23984"/>
                <a:ext cx="1971378" cy="529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140204" tIns="140204" rIns="140204" bIns="140204" anchor="ctr">
                <a:spAutoFit/>
              </a:bodyPr>
              <a:lstStyle>
                <a:lvl1pPr defTabSz="889000">
                  <a:defRPr sz="1300">
                    <a:solidFill>
                      <a:srgbClr val="000000"/>
                    </a:solidFill>
                    <a:latin typeface="Calibri" pitchFamily="34" charset="0"/>
                    <a:cs typeface="Calibri" pitchFamily="34" charset="0"/>
                    <a:sym typeface="Calibri" pitchFamily="34" charset="0"/>
                  </a:defRPr>
                </a:lvl1pPr>
                <a:lvl2pPr defTabSz="889000">
                  <a:defRPr sz="1300">
                    <a:solidFill>
                      <a:srgbClr val="000000"/>
                    </a:solidFill>
                    <a:latin typeface="Calibri" pitchFamily="34" charset="0"/>
                    <a:cs typeface="Calibri" pitchFamily="34" charset="0"/>
                    <a:sym typeface="Calibri" pitchFamily="34" charset="0"/>
                  </a:defRPr>
                </a:lvl2pPr>
                <a:lvl3pPr defTabSz="889000">
                  <a:defRPr sz="1300">
                    <a:solidFill>
                      <a:srgbClr val="000000"/>
                    </a:solidFill>
                    <a:latin typeface="Calibri" pitchFamily="34" charset="0"/>
                    <a:cs typeface="Calibri" pitchFamily="34" charset="0"/>
                    <a:sym typeface="Calibri" pitchFamily="34" charset="0"/>
                  </a:defRPr>
                </a:lvl3pPr>
                <a:lvl4pPr defTabSz="889000">
                  <a:defRPr sz="1300">
                    <a:solidFill>
                      <a:srgbClr val="000000"/>
                    </a:solidFill>
                    <a:latin typeface="Calibri" pitchFamily="34" charset="0"/>
                    <a:cs typeface="Calibri" pitchFamily="34" charset="0"/>
                    <a:sym typeface="Calibri" pitchFamily="34" charset="0"/>
                  </a:defRPr>
                </a:lvl4pPr>
                <a:lvl5pPr defTabSz="889000">
                  <a:defRPr sz="1300">
                    <a:solidFill>
                      <a:srgbClr val="000000"/>
                    </a:solidFill>
                    <a:latin typeface="Calibri" pitchFamily="34" charset="0"/>
                    <a:cs typeface="Calibri" pitchFamily="34" charset="0"/>
                    <a:sym typeface="Calibri" pitchFamily="34" charset="0"/>
                  </a:defRPr>
                </a:lvl5pPr>
                <a:lvl6pPr marL="457200" indent="1371600" defTabSz="8890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6pPr>
                <a:lvl7pPr marL="914400" indent="1371600" defTabSz="8890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7pPr>
                <a:lvl8pPr marL="1371600" indent="1371600" defTabSz="8890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8pPr>
                <a:lvl9pPr marL="1828800" indent="1371600" defTabSz="8890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9pPr>
              </a:lstStyle>
              <a:p>
                <a:pPr algn="ctr" eaLnBrk="1">
                  <a:lnSpc>
                    <a:spcPct val="90000"/>
                  </a:lnSpc>
                  <a:spcBef>
                    <a:spcPts val="800"/>
                  </a:spcBef>
                </a:pPr>
                <a:r>
                  <a:rPr lang="en-US" sz="2000">
                    <a:solidFill>
                      <a:srgbClr val="FFFFFF"/>
                    </a:solidFill>
                  </a:rPr>
                  <a:t>Step 2</a:t>
                </a:r>
              </a:p>
            </p:txBody>
          </p:sp>
        </p:grpSp>
        <p:grpSp>
          <p:nvGrpSpPr>
            <p:cNvPr id="13327" name="Group"/>
            <p:cNvGrpSpPr>
              <a:grpSpLocks/>
            </p:cNvGrpSpPr>
            <p:nvPr/>
          </p:nvGrpSpPr>
          <p:grpSpPr bwMode="auto">
            <a:xfrm>
              <a:off x="1971376" y="1092820"/>
              <a:ext cx="5914135" cy="740685"/>
              <a:chOff x="0" y="4418"/>
              <a:chExt cx="5914133" cy="740682"/>
            </a:xfrm>
          </p:grpSpPr>
          <p:sp>
            <p:nvSpPr>
              <p:cNvPr id="13334" name="Rectangle"/>
              <p:cNvSpPr>
                <a:spLocks noChangeArrowheads="1"/>
              </p:cNvSpPr>
              <p:nvPr/>
            </p:nvSpPr>
            <p:spPr bwMode="auto">
              <a:xfrm>
                <a:off x="0" y="86198"/>
                <a:ext cx="5914132" cy="577120"/>
              </a:xfrm>
              <a:prstGeom prst="rect">
                <a:avLst/>
              </a:prstGeom>
              <a:solidFill>
                <a:srgbClr val="D4E2CE">
                  <a:alpha val="90195"/>
                </a:srgbClr>
              </a:solidFill>
              <a:ln w="12700">
                <a:solidFill>
                  <a:srgbClr val="D4E2CE">
                    <a:alpha val="90195"/>
                  </a:srgbClr>
                </a:solidFill>
                <a:miter lim="800000"/>
                <a:headEnd/>
                <a:tailEnd/>
              </a:ln>
            </p:spPr>
            <p:txBody>
              <a:bodyPr lIns="45719" tIns="45719" rIns="45719" bIns="45719" anchor="ctr"/>
              <a:lstStyle/>
              <a:p>
                <a:pPr defTabSz="800100" eaLnBrk="1">
                  <a:lnSpc>
                    <a:spcPct val="90000"/>
                  </a:lnSpc>
                  <a:spcBef>
                    <a:spcPts val="1300"/>
                  </a:spcBef>
                </a:pPr>
                <a:endParaRPr lang="en-US" sz="1800"/>
              </a:p>
            </p:txBody>
          </p:sp>
          <p:sp>
            <p:nvSpPr>
              <p:cNvPr id="13335" name="Use filters, padding, and smoothing to eliminate noise and improve image quality."/>
              <p:cNvSpPr txBox="1">
                <a:spLocks noChangeArrowheads="1"/>
              </p:cNvSpPr>
              <p:nvPr/>
            </p:nvSpPr>
            <p:spPr bwMode="auto">
              <a:xfrm>
                <a:off x="1" y="4418"/>
                <a:ext cx="5914132" cy="7406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wrap="square" lIns="119966" tIns="119966" rIns="119966" bIns="119966" anchor="ctr">
                <a:spAutoFit/>
              </a:bodyPr>
              <a:lstStyle>
                <a:lvl1pPr defTabSz="800100">
                  <a:defRPr sz="1300">
                    <a:solidFill>
                      <a:srgbClr val="000000"/>
                    </a:solidFill>
                    <a:latin typeface="Calibri" pitchFamily="34" charset="0"/>
                    <a:cs typeface="Calibri" pitchFamily="34" charset="0"/>
                    <a:sym typeface="Calibri" pitchFamily="34" charset="0"/>
                  </a:defRPr>
                </a:lvl1pPr>
                <a:lvl2pPr defTabSz="800100">
                  <a:defRPr sz="1300">
                    <a:solidFill>
                      <a:srgbClr val="000000"/>
                    </a:solidFill>
                    <a:latin typeface="Calibri" pitchFamily="34" charset="0"/>
                    <a:cs typeface="Calibri" pitchFamily="34" charset="0"/>
                    <a:sym typeface="Calibri" pitchFamily="34" charset="0"/>
                  </a:defRPr>
                </a:lvl2pPr>
                <a:lvl3pPr defTabSz="800100">
                  <a:defRPr sz="1300">
                    <a:solidFill>
                      <a:srgbClr val="000000"/>
                    </a:solidFill>
                    <a:latin typeface="Calibri" pitchFamily="34" charset="0"/>
                    <a:cs typeface="Calibri" pitchFamily="34" charset="0"/>
                    <a:sym typeface="Calibri" pitchFamily="34" charset="0"/>
                  </a:defRPr>
                </a:lvl3pPr>
                <a:lvl4pPr defTabSz="800100">
                  <a:defRPr sz="1300">
                    <a:solidFill>
                      <a:srgbClr val="000000"/>
                    </a:solidFill>
                    <a:latin typeface="Calibri" pitchFamily="34" charset="0"/>
                    <a:cs typeface="Calibri" pitchFamily="34" charset="0"/>
                    <a:sym typeface="Calibri" pitchFamily="34" charset="0"/>
                  </a:defRPr>
                </a:lvl4pPr>
                <a:lvl5pPr defTabSz="800100">
                  <a:defRPr sz="1300">
                    <a:solidFill>
                      <a:srgbClr val="000000"/>
                    </a:solidFill>
                    <a:latin typeface="Calibri" pitchFamily="34" charset="0"/>
                    <a:cs typeface="Calibri" pitchFamily="34" charset="0"/>
                    <a:sym typeface="Calibri" pitchFamily="34" charset="0"/>
                  </a:defRPr>
                </a:lvl5pPr>
                <a:lvl6pPr marL="457200" indent="1371600" defTabSz="8001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6pPr>
                <a:lvl7pPr marL="914400" indent="1371600" defTabSz="8001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7pPr>
                <a:lvl8pPr marL="1371600" indent="1371600" defTabSz="8001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8pPr>
                <a:lvl9pPr marL="1828800" indent="1371600" defTabSz="8001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9pPr>
              </a:lstStyle>
              <a:p>
                <a:pPr eaLnBrk="1">
                  <a:lnSpc>
                    <a:spcPct val="90000"/>
                  </a:lnSpc>
                  <a:spcBef>
                    <a:spcPts val="700"/>
                  </a:spcBef>
                </a:pPr>
                <a:r>
                  <a:rPr lang="en-US" sz="1800" dirty="0" smtClean="0"/>
                  <a:t>Pad the images by adding  pixels around each image in order for the image to retain its size during filtering.</a:t>
                </a:r>
                <a:endParaRPr lang="en-US" sz="1800" dirty="0"/>
              </a:p>
            </p:txBody>
          </p:sp>
        </p:grpSp>
        <p:grpSp>
          <p:nvGrpSpPr>
            <p:cNvPr id="13328" name="Group"/>
            <p:cNvGrpSpPr>
              <a:grpSpLocks/>
            </p:cNvGrpSpPr>
            <p:nvPr/>
          </p:nvGrpSpPr>
          <p:grpSpPr bwMode="auto">
            <a:xfrm>
              <a:off x="0" y="295385"/>
              <a:ext cx="1971378" cy="887876"/>
              <a:chOff x="0" y="0"/>
              <a:chExt cx="1971376" cy="887875"/>
            </a:xfrm>
          </p:grpSpPr>
          <p:sp>
            <p:nvSpPr>
              <p:cNvPr id="13332" name="Shape"/>
              <p:cNvSpPr>
                <a:spLocks/>
              </p:cNvSpPr>
              <p:nvPr/>
            </p:nvSpPr>
            <p:spPr bwMode="auto">
              <a:xfrm rot="10800000">
                <a:off x="0" y="-1"/>
                <a:ext cx="1971378" cy="887876"/>
              </a:xfrm>
              <a:custGeom>
                <a:avLst/>
                <a:gdLst>
                  <a:gd name="T0" fmla="*/ 985689 w 21600"/>
                  <a:gd name="T1" fmla="*/ 443938 h 21600"/>
                  <a:gd name="T2" fmla="*/ 985689 w 21600"/>
                  <a:gd name="T3" fmla="*/ 443938 h 21600"/>
                  <a:gd name="T4" fmla="*/ 985689 w 21600"/>
                  <a:gd name="T5" fmla="*/ 443938 h 21600"/>
                  <a:gd name="T6" fmla="*/ 985689 w 21600"/>
                  <a:gd name="T7" fmla="*/ 443938 h 21600"/>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21600" h="21600" extrusionOk="0">
                    <a:moveTo>
                      <a:pt x="0" y="7565"/>
                    </a:moveTo>
                    <a:lnTo>
                      <a:pt x="10557" y="7565"/>
                    </a:lnTo>
                    <a:lnTo>
                      <a:pt x="10557" y="3240"/>
                    </a:lnTo>
                    <a:lnTo>
                      <a:pt x="9827" y="3240"/>
                    </a:lnTo>
                    <a:lnTo>
                      <a:pt x="10800" y="0"/>
                    </a:lnTo>
                    <a:lnTo>
                      <a:pt x="11773" y="3240"/>
                    </a:lnTo>
                    <a:lnTo>
                      <a:pt x="11043" y="3240"/>
                    </a:lnTo>
                    <a:lnTo>
                      <a:pt x="11043" y="7565"/>
                    </a:lnTo>
                    <a:lnTo>
                      <a:pt x="21600" y="7565"/>
                    </a:lnTo>
                    <a:lnTo>
                      <a:pt x="21600" y="21600"/>
                    </a:lnTo>
                    <a:lnTo>
                      <a:pt x="0" y="21600"/>
                    </a:lnTo>
                    <a:lnTo>
                      <a:pt x="0" y="7565"/>
                    </a:lnTo>
                    <a:close/>
                  </a:path>
                </a:pathLst>
              </a:custGeom>
              <a:solidFill>
                <a:schemeClr val="accent2"/>
              </a:solidFill>
              <a:ln w="12700" cap="flat">
                <a:solidFill>
                  <a:schemeClr val="accent2"/>
                </a:solidFill>
                <a:prstDash val="solid"/>
                <a:miter lim="800000"/>
                <a:headEnd/>
                <a:tailEnd/>
              </a:ln>
            </p:spPr>
            <p:txBody>
              <a:bodyPr lIns="45719" tIns="45719" rIns="45719" bIns="45719" anchor="ctr"/>
              <a:lstStyle/>
              <a:p>
                <a:endParaRPr lang="en-US"/>
              </a:p>
            </p:txBody>
          </p:sp>
          <p:sp>
            <p:nvSpPr>
              <p:cNvPr id="13333" name="Step 1"/>
              <p:cNvSpPr txBox="1">
                <a:spLocks noChangeArrowheads="1"/>
              </p:cNvSpPr>
              <p:nvPr/>
            </p:nvSpPr>
            <p:spPr bwMode="auto">
              <a:xfrm>
                <a:off x="0" y="23984"/>
                <a:ext cx="1971378" cy="529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140204" tIns="140204" rIns="140204" bIns="140204" anchor="ctr">
                <a:spAutoFit/>
              </a:bodyPr>
              <a:lstStyle>
                <a:lvl1pPr defTabSz="889000">
                  <a:defRPr sz="1300">
                    <a:solidFill>
                      <a:srgbClr val="000000"/>
                    </a:solidFill>
                    <a:latin typeface="Calibri" pitchFamily="34" charset="0"/>
                    <a:cs typeface="Calibri" pitchFamily="34" charset="0"/>
                    <a:sym typeface="Calibri" pitchFamily="34" charset="0"/>
                  </a:defRPr>
                </a:lvl1pPr>
                <a:lvl2pPr defTabSz="889000">
                  <a:defRPr sz="1300">
                    <a:solidFill>
                      <a:srgbClr val="000000"/>
                    </a:solidFill>
                    <a:latin typeface="Calibri" pitchFamily="34" charset="0"/>
                    <a:cs typeface="Calibri" pitchFamily="34" charset="0"/>
                    <a:sym typeface="Calibri" pitchFamily="34" charset="0"/>
                  </a:defRPr>
                </a:lvl2pPr>
                <a:lvl3pPr defTabSz="889000">
                  <a:defRPr sz="1300">
                    <a:solidFill>
                      <a:srgbClr val="000000"/>
                    </a:solidFill>
                    <a:latin typeface="Calibri" pitchFamily="34" charset="0"/>
                    <a:cs typeface="Calibri" pitchFamily="34" charset="0"/>
                    <a:sym typeface="Calibri" pitchFamily="34" charset="0"/>
                  </a:defRPr>
                </a:lvl3pPr>
                <a:lvl4pPr defTabSz="889000">
                  <a:defRPr sz="1300">
                    <a:solidFill>
                      <a:srgbClr val="000000"/>
                    </a:solidFill>
                    <a:latin typeface="Calibri" pitchFamily="34" charset="0"/>
                    <a:cs typeface="Calibri" pitchFamily="34" charset="0"/>
                    <a:sym typeface="Calibri" pitchFamily="34" charset="0"/>
                  </a:defRPr>
                </a:lvl4pPr>
                <a:lvl5pPr defTabSz="889000">
                  <a:defRPr sz="1300">
                    <a:solidFill>
                      <a:srgbClr val="000000"/>
                    </a:solidFill>
                    <a:latin typeface="Calibri" pitchFamily="34" charset="0"/>
                    <a:cs typeface="Calibri" pitchFamily="34" charset="0"/>
                    <a:sym typeface="Calibri" pitchFamily="34" charset="0"/>
                  </a:defRPr>
                </a:lvl5pPr>
                <a:lvl6pPr marL="457200" indent="1371600" defTabSz="8890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6pPr>
                <a:lvl7pPr marL="914400" indent="1371600" defTabSz="8890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7pPr>
                <a:lvl8pPr marL="1371600" indent="1371600" defTabSz="8890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8pPr>
                <a:lvl9pPr marL="1828800" indent="1371600" defTabSz="8890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9pPr>
              </a:lstStyle>
              <a:p>
                <a:pPr algn="ctr" eaLnBrk="1">
                  <a:lnSpc>
                    <a:spcPct val="90000"/>
                  </a:lnSpc>
                  <a:spcBef>
                    <a:spcPts val="800"/>
                  </a:spcBef>
                </a:pPr>
                <a:r>
                  <a:rPr lang="en-US" sz="2000">
                    <a:solidFill>
                      <a:srgbClr val="FFFFFF"/>
                    </a:solidFill>
                  </a:rPr>
                  <a:t>Step 1</a:t>
                </a:r>
              </a:p>
            </p:txBody>
          </p:sp>
        </p:grpSp>
        <p:grpSp>
          <p:nvGrpSpPr>
            <p:cNvPr id="13329" name="Group"/>
            <p:cNvGrpSpPr>
              <a:grpSpLocks/>
            </p:cNvGrpSpPr>
            <p:nvPr/>
          </p:nvGrpSpPr>
          <p:grpSpPr bwMode="auto">
            <a:xfrm>
              <a:off x="1971376" y="227449"/>
              <a:ext cx="6087178" cy="712993"/>
              <a:chOff x="0" y="227449"/>
              <a:chExt cx="6087176" cy="712992"/>
            </a:xfrm>
          </p:grpSpPr>
          <p:sp>
            <p:nvSpPr>
              <p:cNvPr id="13330" name="Rectangle"/>
              <p:cNvSpPr>
                <a:spLocks noChangeArrowheads="1"/>
              </p:cNvSpPr>
              <p:nvPr/>
            </p:nvSpPr>
            <p:spPr bwMode="auto">
              <a:xfrm>
                <a:off x="0" y="295385"/>
                <a:ext cx="5914132" cy="577120"/>
              </a:xfrm>
              <a:prstGeom prst="rect">
                <a:avLst/>
              </a:prstGeom>
              <a:solidFill>
                <a:srgbClr val="F8D6CC">
                  <a:alpha val="90195"/>
                </a:srgbClr>
              </a:solidFill>
              <a:ln w="12700">
                <a:solidFill>
                  <a:srgbClr val="F8D6CC">
                    <a:alpha val="90195"/>
                  </a:srgbClr>
                </a:solidFill>
                <a:miter lim="800000"/>
                <a:headEnd/>
                <a:tailEnd/>
              </a:ln>
            </p:spPr>
            <p:txBody>
              <a:bodyPr lIns="45719" tIns="45719" rIns="45719" bIns="45719" anchor="ctr"/>
              <a:lstStyle/>
              <a:p>
                <a:pPr defTabSz="488950" eaLnBrk="1">
                  <a:lnSpc>
                    <a:spcPct val="90000"/>
                  </a:lnSpc>
                  <a:spcBef>
                    <a:spcPts val="1300"/>
                  </a:spcBef>
                </a:pPr>
                <a:endParaRPr lang="en-US" sz="1100"/>
              </a:p>
            </p:txBody>
          </p:sp>
          <p:sp>
            <p:nvSpPr>
              <p:cNvPr id="13331" name="Preprocess images in the Convolutional layer."/>
              <p:cNvSpPr txBox="1">
                <a:spLocks noChangeArrowheads="1"/>
              </p:cNvSpPr>
              <p:nvPr/>
            </p:nvSpPr>
            <p:spPr bwMode="auto">
              <a:xfrm>
                <a:off x="0" y="227449"/>
                <a:ext cx="6087176" cy="712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wrap="square" lIns="119966" tIns="119966" rIns="119966" bIns="119966" anchor="ctr">
                <a:spAutoFit/>
              </a:bodyPr>
              <a:lstStyle>
                <a:lvl1pPr defTabSz="488950">
                  <a:defRPr sz="1300">
                    <a:solidFill>
                      <a:srgbClr val="000000"/>
                    </a:solidFill>
                    <a:latin typeface="Calibri" pitchFamily="34" charset="0"/>
                    <a:cs typeface="Calibri" pitchFamily="34" charset="0"/>
                    <a:sym typeface="Calibri" pitchFamily="34" charset="0"/>
                  </a:defRPr>
                </a:lvl1pPr>
                <a:lvl2pPr defTabSz="488950">
                  <a:defRPr sz="1300">
                    <a:solidFill>
                      <a:srgbClr val="000000"/>
                    </a:solidFill>
                    <a:latin typeface="Calibri" pitchFamily="34" charset="0"/>
                    <a:cs typeface="Calibri" pitchFamily="34" charset="0"/>
                    <a:sym typeface="Calibri" pitchFamily="34" charset="0"/>
                  </a:defRPr>
                </a:lvl2pPr>
                <a:lvl3pPr defTabSz="488950">
                  <a:defRPr sz="1300">
                    <a:solidFill>
                      <a:srgbClr val="000000"/>
                    </a:solidFill>
                    <a:latin typeface="Calibri" pitchFamily="34" charset="0"/>
                    <a:cs typeface="Calibri" pitchFamily="34" charset="0"/>
                    <a:sym typeface="Calibri" pitchFamily="34" charset="0"/>
                  </a:defRPr>
                </a:lvl3pPr>
                <a:lvl4pPr defTabSz="488950">
                  <a:defRPr sz="1300">
                    <a:solidFill>
                      <a:srgbClr val="000000"/>
                    </a:solidFill>
                    <a:latin typeface="Calibri" pitchFamily="34" charset="0"/>
                    <a:cs typeface="Calibri" pitchFamily="34" charset="0"/>
                    <a:sym typeface="Calibri" pitchFamily="34" charset="0"/>
                  </a:defRPr>
                </a:lvl4pPr>
                <a:lvl5pPr defTabSz="488950">
                  <a:defRPr sz="1300">
                    <a:solidFill>
                      <a:srgbClr val="000000"/>
                    </a:solidFill>
                    <a:latin typeface="Calibri" pitchFamily="34" charset="0"/>
                    <a:cs typeface="Calibri" pitchFamily="34" charset="0"/>
                    <a:sym typeface="Calibri" pitchFamily="34" charset="0"/>
                  </a:defRPr>
                </a:lvl5pPr>
                <a:lvl6pPr marL="457200" indent="1371600" defTabSz="48895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6pPr>
                <a:lvl7pPr marL="914400" indent="1371600" defTabSz="48895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7pPr>
                <a:lvl8pPr marL="1371600" indent="1371600" defTabSz="48895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8pPr>
                <a:lvl9pPr marL="1828800" indent="1371600" defTabSz="48895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9pPr>
              </a:lstStyle>
              <a:p>
                <a:pPr eaLnBrk="1">
                  <a:lnSpc>
                    <a:spcPct val="90000"/>
                  </a:lnSpc>
                  <a:spcBef>
                    <a:spcPts val="700"/>
                  </a:spcBef>
                </a:pPr>
                <a:r>
                  <a:rPr lang="en-US" sz="1700" dirty="0" smtClean="0"/>
                  <a:t>Preprocess </a:t>
                </a:r>
                <a:r>
                  <a:rPr lang="en-US" sz="1700" dirty="0"/>
                  <a:t>images </a:t>
                </a:r>
                <a:r>
                  <a:rPr lang="en-US" sz="1700" dirty="0" smtClean="0"/>
                  <a:t>before </a:t>
                </a:r>
                <a:r>
                  <a:rPr lang="en-US" sz="1700" dirty="0" smtClean="0"/>
                  <a:t>the Input layer </a:t>
                </a:r>
                <a:r>
                  <a:rPr lang="en-US" sz="1700" dirty="0" smtClean="0"/>
                  <a:t>by converting them to the format of the dataset, which is </a:t>
                </a:r>
                <a:r>
                  <a:rPr lang="en-US" sz="1700" dirty="0" err="1" smtClean="0"/>
                  <a:t>grayscale</a:t>
                </a:r>
                <a:r>
                  <a:rPr lang="en-US" sz="1700" dirty="0" smtClean="0"/>
                  <a:t> 28x28 pixels.</a:t>
                </a:r>
                <a:endParaRPr lang="en-US" sz="1700" dirty="0"/>
              </a:p>
            </p:txBody>
          </p:sp>
        </p:grpSp>
      </p:grpSp>
    </p:spTree>
  </p:cSld>
  <p:clrMapOvr>
    <a:masterClrMapping/>
  </p:clrMapOvr>
  <p:transition spd="med"/>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 name="Content Placeholder 5"/>
          <p:cNvSpPr txBox="1">
            <a:spLocks noGrp="1"/>
          </p:cNvSpPr>
          <p:nvPr>
            <p:ph type="body" idx="1"/>
          </p:nvPr>
        </p:nvSpPr>
        <p:spPr>
          <a:xfrm>
            <a:off x="152400" y="1066800"/>
            <a:ext cx="8763000" cy="5556250"/>
          </a:xfrm>
        </p:spPr>
        <p:txBody>
          <a:bodyPr>
            <a:normAutofit fontScale="92500" lnSpcReduction="10000"/>
          </a:bodyPr>
          <a:lstStyle/>
          <a:p>
            <a:pPr marL="0" indent="0" algn="just" defTabSz="786364" eaLnBrk="1" fontAlgn="auto" hangingPunct="1">
              <a:lnSpc>
                <a:spcPct val="72000"/>
              </a:lnSpc>
              <a:spcBef>
                <a:spcPts val="800"/>
              </a:spcBef>
              <a:spcAft>
                <a:spcPts val="0"/>
              </a:spcAft>
              <a:buSzTx/>
              <a:buFont typeface="Arial"/>
              <a:buNone/>
              <a:defRPr sz="1720"/>
            </a:pPr>
            <a:r>
              <a:rPr lang="en-US" sz="1900" dirty="0" smtClean="0">
                <a:sym typeface="Calibri"/>
              </a:rPr>
              <a:t>We studied the datasets that were used in the papers that we studied in the Literature Review. Below are the papers and the corresponding datasets used in each paper:</a:t>
            </a:r>
          </a:p>
          <a:p>
            <a:pPr marL="0" indent="0" algn="just" defTabSz="786364" eaLnBrk="1" fontAlgn="auto" hangingPunct="1">
              <a:lnSpc>
                <a:spcPct val="72000"/>
              </a:lnSpc>
              <a:spcBef>
                <a:spcPts val="800"/>
              </a:spcBef>
              <a:spcAft>
                <a:spcPts val="0"/>
              </a:spcAft>
              <a:buSzTx/>
              <a:buFont typeface="Arial"/>
              <a:buNone/>
              <a:defRPr sz="1720"/>
            </a:pPr>
            <a:endParaRPr lang="en-US" sz="1900" dirty="0">
              <a:sym typeface="Calibri"/>
            </a:endParaRPr>
          </a:p>
          <a:p>
            <a:pPr marL="0" indent="0" algn="just" defTabSz="786364" eaLnBrk="1" fontAlgn="auto" hangingPunct="1">
              <a:lnSpc>
                <a:spcPct val="72000"/>
              </a:lnSpc>
              <a:spcBef>
                <a:spcPts val="800"/>
              </a:spcBef>
              <a:spcAft>
                <a:spcPts val="0"/>
              </a:spcAft>
              <a:buSzTx/>
              <a:buFont typeface="Arial"/>
              <a:buNone/>
              <a:defRPr sz="1720"/>
            </a:pPr>
            <a:r>
              <a:rPr lang="en-US" sz="1900" b="1" dirty="0" smtClean="0">
                <a:sym typeface="Calibri"/>
              </a:rPr>
              <a:t>Paper: </a:t>
            </a:r>
            <a:r>
              <a:rPr sz="1900" dirty="0" smtClean="0">
                <a:sym typeface="Calibri"/>
              </a:rPr>
              <a:t>“Comparative </a:t>
            </a:r>
            <a:r>
              <a:rPr sz="1900" dirty="0">
                <a:sym typeface="Calibri"/>
              </a:rPr>
              <a:t>Evaluation and Utilization of Convolutional Neural Network Architectures for Irish Sign Language Recognition” (Muhammad et al., </a:t>
            </a:r>
            <a:r>
              <a:rPr sz="1900" dirty="0" smtClean="0">
                <a:sym typeface="Calibri"/>
              </a:rPr>
              <a:t>2025) </a:t>
            </a:r>
            <a:endParaRPr lang="en-US" sz="1900" dirty="0" smtClean="0">
              <a:sym typeface="Calibri"/>
            </a:endParaRPr>
          </a:p>
          <a:p>
            <a:pPr marL="0" indent="0" algn="just" defTabSz="786364" eaLnBrk="1" fontAlgn="auto" hangingPunct="1">
              <a:lnSpc>
                <a:spcPct val="72000"/>
              </a:lnSpc>
              <a:spcBef>
                <a:spcPts val="800"/>
              </a:spcBef>
              <a:spcAft>
                <a:spcPts val="0"/>
              </a:spcAft>
              <a:buSzTx/>
              <a:buFont typeface="Arial"/>
              <a:buNone/>
              <a:defRPr sz="1720"/>
            </a:pPr>
            <a:r>
              <a:rPr lang="en-US" sz="1900" b="1" dirty="0" smtClean="0">
                <a:sym typeface="Calibri"/>
              </a:rPr>
              <a:t>Dataset: </a:t>
            </a:r>
            <a:r>
              <a:rPr sz="1900" dirty="0" smtClean="0">
                <a:sym typeface="Calibri"/>
              </a:rPr>
              <a:t>Marlon Oliveira's et al. Irish Sign Language hand-shape dataset (ISL-HS) (Oliveira et al., 2017)</a:t>
            </a:r>
            <a:endParaRPr lang="en-US" sz="1900" dirty="0" smtClean="0">
              <a:sym typeface="Calibri"/>
            </a:endParaRPr>
          </a:p>
          <a:p>
            <a:pPr marL="0" lvl="1" indent="557008" algn="just" defTabSz="786364" eaLnBrk="1" fontAlgn="auto" hangingPunct="1">
              <a:lnSpc>
                <a:spcPct val="72000"/>
              </a:lnSpc>
              <a:spcBef>
                <a:spcPts val="800"/>
              </a:spcBef>
              <a:spcAft>
                <a:spcPts val="0"/>
              </a:spcAft>
              <a:buSzTx/>
              <a:buFont typeface="Arial"/>
              <a:buNone/>
              <a:defRPr sz="1720"/>
            </a:pPr>
            <a:endParaRPr sz="1100" dirty="0">
              <a:sym typeface="Calibri"/>
            </a:endParaRPr>
          </a:p>
          <a:p>
            <a:pPr marL="0" indent="0" algn="just" defTabSz="786364" eaLnBrk="1" fontAlgn="auto" hangingPunct="1">
              <a:lnSpc>
                <a:spcPct val="72000"/>
              </a:lnSpc>
              <a:spcBef>
                <a:spcPts val="800"/>
              </a:spcBef>
              <a:spcAft>
                <a:spcPts val="0"/>
              </a:spcAft>
              <a:buSzTx/>
              <a:buFont typeface="Arial"/>
              <a:buNone/>
              <a:defRPr sz="1720"/>
            </a:pPr>
            <a:r>
              <a:rPr lang="en-US" sz="1900" b="1" dirty="0">
                <a:sym typeface="Calibri"/>
              </a:rPr>
              <a:t>Paper</a:t>
            </a:r>
            <a:r>
              <a:rPr lang="en-US" sz="1900" b="1" dirty="0" smtClean="0">
                <a:sym typeface="Calibri"/>
              </a:rPr>
              <a:t>: </a:t>
            </a:r>
            <a:r>
              <a:rPr sz="1900" dirty="0" smtClean="0">
                <a:sym typeface="Calibri"/>
              </a:rPr>
              <a:t>“</a:t>
            </a:r>
            <a:r>
              <a:rPr sz="1900" dirty="0">
                <a:sym typeface="Calibri"/>
              </a:rPr>
              <a:t>A Critical Study of Recent Deep Learning-Based Continuous Sign Language Recognition” (</a:t>
            </a:r>
            <a:r>
              <a:rPr sz="1900" dirty="0" err="1">
                <a:sym typeface="Calibri"/>
              </a:rPr>
              <a:t>Taher</a:t>
            </a:r>
            <a:r>
              <a:rPr sz="1900" dirty="0">
                <a:sym typeface="Calibri"/>
              </a:rPr>
              <a:t> et al., </a:t>
            </a:r>
            <a:r>
              <a:rPr sz="1900" dirty="0" smtClean="0">
                <a:sym typeface="Calibri"/>
              </a:rPr>
              <a:t>2025)</a:t>
            </a:r>
            <a:endParaRPr lang="en-US" sz="1900" dirty="0" smtClean="0">
              <a:sym typeface="Calibri"/>
            </a:endParaRPr>
          </a:p>
          <a:p>
            <a:pPr marL="0" indent="0" algn="just" defTabSz="786364" eaLnBrk="1" fontAlgn="auto" hangingPunct="1">
              <a:lnSpc>
                <a:spcPct val="72000"/>
              </a:lnSpc>
              <a:spcBef>
                <a:spcPts val="800"/>
              </a:spcBef>
              <a:spcAft>
                <a:spcPts val="0"/>
              </a:spcAft>
              <a:buSzTx/>
              <a:buFont typeface="Arial"/>
              <a:buNone/>
              <a:defRPr sz="1720"/>
            </a:pPr>
            <a:r>
              <a:rPr lang="en-US" sz="1900" b="1" dirty="0">
                <a:sym typeface="Calibri"/>
              </a:rPr>
              <a:t>Dataset: </a:t>
            </a:r>
            <a:r>
              <a:rPr sz="1900" dirty="0" smtClean="0">
                <a:sym typeface="Calibri"/>
              </a:rPr>
              <a:t>Publicly </a:t>
            </a:r>
            <a:r>
              <a:rPr sz="1900" dirty="0">
                <a:sym typeface="Calibri"/>
              </a:rPr>
              <a:t>accessible CSLR benchmark datasets </a:t>
            </a:r>
            <a:r>
              <a:rPr sz="1900" dirty="0" err="1">
                <a:sym typeface="Calibri"/>
              </a:rPr>
              <a:t>eg</a:t>
            </a:r>
            <a:r>
              <a:rPr sz="1900" dirty="0">
                <a:sym typeface="Calibri"/>
              </a:rPr>
              <a:t>. RVL-SLLL (</a:t>
            </a:r>
            <a:r>
              <a:rPr sz="1900" dirty="0" err="1">
                <a:sym typeface="Calibri"/>
              </a:rPr>
              <a:t>Martínez</a:t>
            </a:r>
            <a:r>
              <a:rPr sz="1900" dirty="0">
                <a:sym typeface="Calibri"/>
              </a:rPr>
              <a:t> et al., 2002</a:t>
            </a:r>
            <a:r>
              <a:rPr sz="1900" dirty="0" smtClean="0">
                <a:sym typeface="Calibri"/>
              </a:rPr>
              <a:t>)</a:t>
            </a:r>
            <a:endParaRPr lang="en-US" sz="1900" dirty="0" smtClean="0">
              <a:sym typeface="Calibri"/>
            </a:endParaRPr>
          </a:p>
          <a:p>
            <a:pPr marL="0" lvl="1" indent="557008" algn="just" defTabSz="786364" eaLnBrk="1" fontAlgn="auto" hangingPunct="1">
              <a:lnSpc>
                <a:spcPct val="72000"/>
              </a:lnSpc>
              <a:spcBef>
                <a:spcPts val="800"/>
              </a:spcBef>
              <a:spcAft>
                <a:spcPts val="0"/>
              </a:spcAft>
              <a:buSzTx/>
              <a:buFont typeface="Arial"/>
              <a:buNone/>
              <a:defRPr sz="1720"/>
            </a:pPr>
            <a:r>
              <a:rPr sz="1900" dirty="0" smtClean="0">
                <a:sym typeface="Calibri"/>
              </a:rPr>
              <a:t> </a:t>
            </a:r>
            <a:endParaRPr sz="1900" dirty="0">
              <a:sym typeface="Calibri"/>
            </a:endParaRPr>
          </a:p>
          <a:p>
            <a:pPr marL="0" indent="0" algn="just" defTabSz="786364" eaLnBrk="1" fontAlgn="auto" hangingPunct="1">
              <a:lnSpc>
                <a:spcPct val="72000"/>
              </a:lnSpc>
              <a:spcBef>
                <a:spcPts val="800"/>
              </a:spcBef>
              <a:spcAft>
                <a:spcPts val="0"/>
              </a:spcAft>
              <a:buSzTx/>
              <a:buFont typeface="Arial"/>
              <a:buNone/>
              <a:defRPr sz="1720"/>
            </a:pPr>
            <a:r>
              <a:rPr lang="en-US" sz="1900" b="1" dirty="0">
                <a:sym typeface="Calibri"/>
              </a:rPr>
              <a:t>Paper</a:t>
            </a:r>
            <a:r>
              <a:rPr lang="en-US" sz="1900" b="1" dirty="0" smtClean="0">
                <a:sym typeface="Calibri"/>
              </a:rPr>
              <a:t>: </a:t>
            </a:r>
            <a:r>
              <a:rPr sz="1900" dirty="0" smtClean="0">
                <a:sym typeface="Calibri"/>
              </a:rPr>
              <a:t>“</a:t>
            </a:r>
            <a:r>
              <a:rPr sz="1900" dirty="0">
                <a:sym typeface="Calibri"/>
              </a:rPr>
              <a:t>Recent Advances on Deep Learning for Sign Language Recognition” (Zhang et al., </a:t>
            </a:r>
            <a:r>
              <a:rPr sz="1900" dirty="0" smtClean="0">
                <a:sym typeface="Calibri"/>
              </a:rPr>
              <a:t>2024)</a:t>
            </a:r>
            <a:endParaRPr lang="en-US" sz="1900" dirty="0" smtClean="0">
              <a:sym typeface="Calibri"/>
            </a:endParaRPr>
          </a:p>
          <a:p>
            <a:pPr marL="0" indent="0" algn="just" defTabSz="786364" eaLnBrk="1" fontAlgn="auto" hangingPunct="1">
              <a:lnSpc>
                <a:spcPct val="72000"/>
              </a:lnSpc>
              <a:spcBef>
                <a:spcPts val="800"/>
              </a:spcBef>
              <a:spcAft>
                <a:spcPts val="0"/>
              </a:spcAft>
              <a:buSzTx/>
              <a:buNone/>
              <a:defRPr sz="1720"/>
            </a:pPr>
            <a:r>
              <a:rPr lang="en-US" sz="1900" b="1" dirty="0" smtClean="0">
                <a:sym typeface="Calibri"/>
              </a:rPr>
              <a:t>Datasets: </a:t>
            </a:r>
          </a:p>
          <a:p>
            <a:pPr lvl="1" algn="just" defTabSz="786364" eaLnBrk="1" fontAlgn="auto" hangingPunct="1">
              <a:lnSpc>
                <a:spcPct val="72000"/>
              </a:lnSpc>
              <a:spcBef>
                <a:spcPts val="800"/>
              </a:spcBef>
              <a:spcAft>
                <a:spcPts val="0"/>
              </a:spcAft>
              <a:buSzTx/>
              <a:defRPr sz="1720"/>
            </a:pPr>
            <a:r>
              <a:rPr lang="en-US" sz="1900" dirty="0" smtClean="0">
                <a:sym typeface="Calibri"/>
              </a:rPr>
              <a:t>Oscar</a:t>
            </a:r>
            <a:r>
              <a:rPr lang="en-US" sz="1900" dirty="0">
                <a:sym typeface="Calibri"/>
              </a:rPr>
              <a:t>, K. (2019). Papers with code—MS-ASL dataset. </a:t>
            </a:r>
            <a:endParaRPr lang="en-US" sz="1900" dirty="0" smtClean="0">
              <a:sym typeface="Calibri"/>
            </a:endParaRPr>
          </a:p>
          <a:p>
            <a:pPr lvl="1" algn="just" defTabSz="786364" eaLnBrk="1" fontAlgn="auto" hangingPunct="1">
              <a:lnSpc>
                <a:spcPct val="72000"/>
              </a:lnSpc>
              <a:spcBef>
                <a:spcPts val="800"/>
              </a:spcBef>
              <a:spcAft>
                <a:spcPts val="0"/>
              </a:spcAft>
              <a:buSzTx/>
              <a:defRPr sz="1720"/>
            </a:pPr>
            <a:r>
              <a:rPr lang="en-US" sz="1900" dirty="0">
                <a:sym typeface="Calibri"/>
              </a:rPr>
              <a:t>Sridhar, A., </a:t>
            </a:r>
            <a:r>
              <a:rPr lang="en-US" sz="1900" dirty="0" err="1">
                <a:sym typeface="Calibri"/>
              </a:rPr>
              <a:t>Ganesan</a:t>
            </a:r>
            <a:r>
              <a:rPr lang="en-US" sz="1900" dirty="0">
                <a:sym typeface="Calibri"/>
              </a:rPr>
              <a:t>, R. G., Kumar, P., </a:t>
            </a:r>
            <a:r>
              <a:rPr lang="en-US" sz="1900" dirty="0" err="1">
                <a:sym typeface="Calibri"/>
              </a:rPr>
              <a:t>Khapra</a:t>
            </a:r>
            <a:r>
              <a:rPr lang="en-US" sz="1900" dirty="0">
                <a:sym typeface="Calibri"/>
              </a:rPr>
              <a:t>, M. (2020</a:t>
            </a:r>
            <a:r>
              <a:rPr lang="en-US" sz="1900" dirty="0" smtClean="0">
                <a:sym typeface="Calibri"/>
              </a:rPr>
              <a:t>). INCLUDE.</a:t>
            </a:r>
          </a:p>
          <a:p>
            <a:pPr lvl="1" algn="just" defTabSz="786364" eaLnBrk="1" fontAlgn="auto" hangingPunct="1">
              <a:lnSpc>
                <a:spcPct val="72000"/>
              </a:lnSpc>
              <a:spcBef>
                <a:spcPts val="800"/>
              </a:spcBef>
              <a:spcAft>
                <a:spcPts val="0"/>
              </a:spcAft>
              <a:buSzTx/>
              <a:defRPr sz="1720"/>
            </a:pPr>
            <a:r>
              <a:rPr lang="en-US" sz="1900" dirty="0" err="1">
                <a:sym typeface="Calibri"/>
              </a:rPr>
              <a:t>Dongxu</a:t>
            </a:r>
            <a:r>
              <a:rPr lang="en-US" sz="1900" dirty="0">
                <a:sym typeface="Calibri"/>
              </a:rPr>
              <a:t> (2023). WLASL: A large-scale dataset for Word-Level American sign </a:t>
            </a:r>
            <a:r>
              <a:rPr lang="en-US" sz="1900" dirty="0" smtClean="0">
                <a:sym typeface="Calibri"/>
              </a:rPr>
              <a:t>language. </a:t>
            </a:r>
          </a:p>
          <a:p>
            <a:pPr marL="457200" lvl="1" indent="0" algn="just" defTabSz="786364" eaLnBrk="1" fontAlgn="auto" hangingPunct="1">
              <a:lnSpc>
                <a:spcPct val="72000"/>
              </a:lnSpc>
              <a:spcBef>
                <a:spcPts val="800"/>
              </a:spcBef>
              <a:spcAft>
                <a:spcPts val="0"/>
              </a:spcAft>
              <a:buSzTx/>
              <a:buNone/>
              <a:defRPr sz="1720"/>
            </a:pPr>
            <a:endParaRPr lang="en-US" sz="1900" dirty="0" smtClean="0">
              <a:sym typeface="Calibri"/>
            </a:endParaRPr>
          </a:p>
          <a:p>
            <a:pPr marL="0" lvl="1" indent="0" algn="just" defTabSz="786364" eaLnBrk="1" fontAlgn="auto" hangingPunct="1">
              <a:lnSpc>
                <a:spcPct val="72000"/>
              </a:lnSpc>
              <a:spcBef>
                <a:spcPts val="800"/>
              </a:spcBef>
              <a:spcAft>
                <a:spcPts val="0"/>
              </a:spcAft>
              <a:buSzTx/>
              <a:buNone/>
              <a:defRPr sz="1720"/>
            </a:pPr>
            <a:r>
              <a:rPr sz="1900" dirty="0" smtClean="0">
                <a:sym typeface="Calibri"/>
              </a:rPr>
              <a:t>For </a:t>
            </a:r>
            <a:r>
              <a:rPr sz="1900" dirty="0">
                <a:sym typeface="Calibri"/>
              </a:rPr>
              <a:t>our </a:t>
            </a:r>
            <a:r>
              <a:rPr sz="1900" dirty="0" smtClean="0">
                <a:sym typeface="Calibri"/>
              </a:rPr>
              <a:t>model we </a:t>
            </a:r>
            <a:r>
              <a:rPr sz="1900" dirty="0">
                <a:sym typeface="Calibri"/>
              </a:rPr>
              <a:t>utilize the MNIST Sign Language </a:t>
            </a:r>
            <a:r>
              <a:rPr sz="1900" dirty="0" smtClean="0">
                <a:sym typeface="Calibri"/>
              </a:rPr>
              <a:t>Dataset</a:t>
            </a:r>
            <a:r>
              <a:rPr lang="en-US" sz="1900" dirty="0" smtClean="0">
                <a:sym typeface="Calibri"/>
              </a:rPr>
              <a:t> </a:t>
            </a:r>
            <a:r>
              <a:rPr lang="en-US" sz="1900" dirty="0" smtClean="0">
                <a:sym typeface="Calibri"/>
              </a:rPr>
              <a:t>[1]</a:t>
            </a:r>
            <a:r>
              <a:rPr sz="1900" dirty="0" smtClean="0">
                <a:sym typeface="Calibri"/>
              </a:rPr>
              <a:t>. </a:t>
            </a:r>
            <a:r>
              <a:rPr sz="1900" dirty="0">
                <a:sym typeface="Calibri"/>
              </a:rPr>
              <a:t>It contains rich data of 28 x 28 images of </a:t>
            </a:r>
            <a:r>
              <a:rPr sz="1900" dirty="0" err="1">
                <a:sym typeface="Calibri"/>
              </a:rPr>
              <a:t>grayscale</a:t>
            </a:r>
            <a:r>
              <a:rPr sz="1900" dirty="0">
                <a:sym typeface="Calibri"/>
              </a:rPr>
              <a:t> ASL alphabet signs. The training set contains 27,455 images and labels and the testing set contains 7,172 images and labels. </a:t>
            </a:r>
          </a:p>
          <a:p>
            <a:pPr marL="0" lvl="1" indent="557008" algn="just" defTabSz="786364" eaLnBrk="1" fontAlgn="auto" hangingPunct="1">
              <a:lnSpc>
                <a:spcPct val="72000"/>
              </a:lnSpc>
              <a:spcBef>
                <a:spcPts val="800"/>
              </a:spcBef>
              <a:spcAft>
                <a:spcPts val="0"/>
              </a:spcAft>
              <a:buSzTx/>
              <a:buFont typeface="Arial"/>
              <a:buNone/>
              <a:defRPr sz="1720"/>
            </a:pPr>
            <a:endParaRPr sz="1720" dirty="0">
              <a:sym typeface="Calibri"/>
            </a:endParaRPr>
          </a:p>
        </p:txBody>
      </p:sp>
      <p:sp>
        <p:nvSpPr>
          <p:cNvPr id="14338" name="Slide Number Placeholder 2"/>
          <p:cNvSpPr>
            <a:spLocks noGrp="1" noChangeArrowheads="1"/>
          </p:cNvSpPr>
          <p:nvPr>
            <p:ph type="sldNum" sz="quarter" idx="10"/>
          </p:nvPr>
        </p:nvSpPr>
        <p:spPr>
          <a:xfrm>
            <a:off x="8334375" y="6415088"/>
            <a:ext cx="180975" cy="247650"/>
          </a:xfrm>
          <a:noFill/>
        </p:spPr>
        <p:txBody>
          <a:bodyPr/>
          <a:lstStyle/>
          <a:p>
            <a:fld id="{5BC65953-25DE-4A96-B702-F174106DAED9}" type="slidenum">
              <a:rPr lang="en-US"/>
              <a:pPr/>
              <a:t>8</a:t>
            </a:fld>
            <a:endParaRPr lang="en-US"/>
          </a:p>
        </p:txBody>
      </p:sp>
      <p:sp>
        <p:nvSpPr>
          <p:cNvPr id="14340" name="Rectangle 2"/>
          <p:cNvSpPr txBox="1">
            <a:spLocks noChangeArrowheads="1"/>
          </p:cNvSpPr>
          <p:nvPr/>
        </p:nvSpPr>
        <p:spPr bwMode="auto">
          <a:xfrm>
            <a:off x="674688" y="30163"/>
            <a:ext cx="6443662" cy="87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9" rIns="45719" anchor="ctr"/>
          <a:lstStyle>
            <a:lvl1pPr>
              <a:defRPr sz="1300">
                <a:solidFill>
                  <a:srgbClr val="000000"/>
                </a:solidFill>
                <a:latin typeface="Calibri" pitchFamily="34" charset="0"/>
                <a:cs typeface="Calibri" pitchFamily="34" charset="0"/>
                <a:sym typeface="Calibri" pitchFamily="34" charset="0"/>
              </a:defRPr>
            </a:lvl1pPr>
            <a:lvl2pPr>
              <a:defRPr sz="1300">
                <a:solidFill>
                  <a:srgbClr val="000000"/>
                </a:solidFill>
                <a:latin typeface="Calibri" pitchFamily="34" charset="0"/>
                <a:cs typeface="Calibri" pitchFamily="34" charset="0"/>
                <a:sym typeface="Calibri" pitchFamily="34" charset="0"/>
              </a:defRPr>
            </a:lvl2pPr>
            <a:lvl3pPr>
              <a:defRPr sz="1300">
                <a:solidFill>
                  <a:srgbClr val="000000"/>
                </a:solidFill>
                <a:latin typeface="Calibri" pitchFamily="34" charset="0"/>
                <a:cs typeface="Calibri" pitchFamily="34" charset="0"/>
                <a:sym typeface="Calibri" pitchFamily="34" charset="0"/>
              </a:defRPr>
            </a:lvl3pPr>
            <a:lvl4pPr>
              <a:defRPr sz="1300">
                <a:solidFill>
                  <a:srgbClr val="000000"/>
                </a:solidFill>
                <a:latin typeface="Calibri" pitchFamily="34" charset="0"/>
                <a:cs typeface="Calibri" pitchFamily="34" charset="0"/>
                <a:sym typeface="Calibri" pitchFamily="34" charset="0"/>
              </a:defRPr>
            </a:lvl4pPr>
            <a:lvl5pPr>
              <a:defRPr sz="1300">
                <a:solidFill>
                  <a:srgbClr val="000000"/>
                </a:solidFill>
                <a:latin typeface="Calibri" pitchFamily="34" charset="0"/>
                <a:cs typeface="Calibri" pitchFamily="34" charset="0"/>
                <a:sym typeface="Calibri" pitchFamily="34" charset="0"/>
              </a:defRPr>
            </a:lvl5pPr>
            <a:lvl6pPr marL="4572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6pPr>
            <a:lvl7pPr marL="9144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7pPr>
            <a:lvl8pPr marL="13716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8pPr>
            <a:lvl9pPr marL="18288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9pPr>
          </a:lstStyle>
          <a:p>
            <a:pPr defTabSz="914400" eaLnBrk="1">
              <a:lnSpc>
                <a:spcPct val="90000"/>
              </a:lnSpc>
            </a:pPr>
            <a:r>
              <a:rPr lang="en-US" sz="2800" b="1" dirty="0" smtClean="0">
                <a:solidFill>
                  <a:srgbClr val="FFFFFF"/>
                </a:solidFill>
              </a:rPr>
              <a:t>DATASET EXPLORATION</a:t>
            </a:r>
            <a:endParaRPr lang="en-US" sz="2800" b="1" dirty="0">
              <a:solidFill>
                <a:srgbClr val="FFFFFF"/>
              </a:solidFill>
            </a:endParaRPr>
          </a:p>
        </p:txBody>
      </p:sp>
    </p:spTree>
  </p:cSld>
  <p:clrMapOvr>
    <a:masterClrMapping/>
  </p:clrMapOvr>
  <p:transition spd="med"/>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Placeholder 3"/>
          <p:cNvSpPr txBox="1">
            <a:spLocks noGrp="1" noChangeArrowheads="1"/>
          </p:cNvSpPr>
          <p:nvPr>
            <p:ph type="body" sz="quarter" idx="1"/>
          </p:nvPr>
        </p:nvSpPr>
        <p:spPr>
          <a:xfrm>
            <a:off x="152400" y="990601"/>
            <a:ext cx="8915400" cy="4099718"/>
          </a:xfrm>
        </p:spPr>
        <p:txBody>
          <a:bodyPr/>
          <a:lstStyle>
            <a:lvl1pPr marL="285750" indent="-285750">
              <a:defRPr sz="2800">
                <a:solidFill>
                  <a:srgbClr val="000000"/>
                </a:solidFill>
                <a:latin typeface="Calibri" pitchFamily="34" charset="0"/>
                <a:cs typeface="Calibri" pitchFamily="34" charset="0"/>
                <a:sym typeface="Calibri" pitchFamily="34" charset="0"/>
              </a:defRPr>
            </a:lvl1pPr>
            <a:lvl2pPr>
              <a:defRPr sz="2800">
                <a:solidFill>
                  <a:srgbClr val="000000"/>
                </a:solidFill>
                <a:latin typeface="Calibri" pitchFamily="34" charset="0"/>
                <a:cs typeface="Calibri" pitchFamily="34" charset="0"/>
                <a:sym typeface="Calibri" pitchFamily="34" charset="0"/>
              </a:defRPr>
            </a:lvl2pPr>
            <a:lvl3pPr>
              <a:defRPr sz="2800">
                <a:solidFill>
                  <a:srgbClr val="000000"/>
                </a:solidFill>
                <a:latin typeface="Calibri" pitchFamily="34" charset="0"/>
                <a:cs typeface="Calibri" pitchFamily="34" charset="0"/>
                <a:sym typeface="Calibri" pitchFamily="34" charset="0"/>
              </a:defRPr>
            </a:lvl3pPr>
            <a:lvl4pPr>
              <a:defRPr sz="2800">
                <a:solidFill>
                  <a:srgbClr val="000000"/>
                </a:solidFill>
                <a:latin typeface="Calibri" pitchFamily="34" charset="0"/>
                <a:cs typeface="Calibri" pitchFamily="34" charset="0"/>
                <a:sym typeface="Calibri" pitchFamily="34" charset="0"/>
              </a:defRPr>
            </a:lvl4pPr>
            <a:lvl5pPr>
              <a:defRPr sz="2800">
                <a:solidFill>
                  <a:srgbClr val="000000"/>
                </a:solidFill>
                <a:latin typeface="Calibri" pitchFamily="34" charset="0"/>
                <a:cs typeface="Calibri" pitchFamily="34" charset="0"/>
                <a:sym typeface="Calibri" pitchFamily="34" charset="0"/>
              </a:defRPr>
            </a:lvl5pPr>
            <a:lvl6pPr marL="2640013" indent="-354013" defTabSz="912813" eaLnBrk="0" fontAlgn="base" hangingPunct="0">
              <a:spcAft>
                <a:spcPct val="0"/>
              </a:spcAft>
              <a:buFont typeface="Arial" charset="0"/>
              <a:defRPr sz="2800">
                <a:solidFill>
                  <a:srgbClr val="000000"/>
                </a:solidFill>
                <a:latin typeface="Calibri" pitchFamily="34" charset="0"/>
                <a:cs typeface="Calibri" pitchFamily="34" charset="0"/>
                <a:sym typeface="Calibri" pitchFamily="34" charset="0"/>
              </a:defRPr>
            </a:lvl6pPr>
            <a:lvl7pPr marL="3097213" indent="-354013" defTabSz="912813" eaLnBrk="0" fontAlgn="base" hangingPunct="0">
              <a:spcAft>
                <a:spcPct val="0"/>
              </a:spcAft>
              <a:buFont typeface="Arial" charset="0"/>
              <a:defRPr sz="2800">
                <a:solidFill>
                  <a:srgbClr val="000000"/>
                </a:solidFill>
                <a:latin typeface="Calibri" pitchFamily="34" charset="0"/>
                <a:cs typeface="Calibri" pitchFamily="34" charset="0"/>
                <a:sym typeface="Calibri" pitchFamily="34" charset="0"/>
              </a:defRPr>
            </a:lvl7pPr>
            <a:lvl8pPr marL="3554413" indent="-354013" defTabSz="912813" eaLnBrk="0" fontAlgn="base" hangingPunct="0">
              <a:spcAft>
                <a:spcPct val="0"/>
              </a:spcAft>
              <a:buFont typeface="Arial" charset="0"/>
              <a:defRPr sz="2800">
                <a:solidFill>
                  <a:srgbClr val="000000"/>
                </a:solidFill>
                <a:latin typeface="Calibri" pitchFamily="34" charset="0"/>
                <a:cs typeface="Calibri" pitchFamily="34" charset="0"/>
                <a:sym typeface="Calibri" pitchFamily="34" charset="0"/>
              </a:defRPr>
            </a:lvl8pPr>
            <a:lvl9pPr marL="4011613" indent="-354013" defTabSz="912813" eaLnBrk="0" fontAlgn="base" hangingPunct="0">
              <a:spcAft>
                <a:spcPct val="0"/>
              </a:spcAft>
              <a:buFont typeface="Arial" charset="0"/>
              <a:defRPr sz="2800">
                <a:solidFill>
                  <a:srgbClr val="000000"/>
                </a:solidFill>
                <a:latin typeface="Calibri" pitchFamily="34" charset="0"/>
                <a:cs typeface="Calibri" pitchFamily="34" charset="0"/>
                <a:sym typeface="Calibri" pitchFamily="34" charset="0"/>
              </a:defRPr>
            </a:lvl9pPr>
          </a:lstStyle>
          <a:p>
            <a:pPr algn="just" eaLnBrk="1" hangingPunct="1">
              <a:buSzPct val="100000"/>
              <a:buFont typeface="Arial" charset="0"/>
              <a:buChar char="•"/>
            </a:pPr>
            <a:r>
              <a:rPr lang="en-US" sz="1800" dirty="0"/>
              <a:t>The input layer to our model contains a number of nodes that correspond to the number of pixels in the input image</a:t>
            </a:r>
            <a:r>
              <a:rPr lang="en-US" sz="1800" dirty="0" smtClean="0"/>
              <a:t>.</a:t>
            </a:r>
          </a:p>
          <a:p>
            <a:pPr algn="just" eaLnBrk="1" hangingPunct="1">
              <a:buSzPct val="100000"/>
              <a:buFont typeface="Arial" charset="0"/>
              <a:buChar char="•"/>
            </a:pPr>
            <a:r>
              <a:rPr lang="en-US" sz="1800" dirty="0"/>
              <a:t>From the input layer the data feeds into the convolutional layer where feature extraction from the image occurs using padding, filtering, and pooling</a:t>
            </a:r>
            <a:r>
              <a:rPr lang="en-US" sz="1800" dirty="0" smtClean="0"/>
              <a:t>.</a:t>
            </a:r>
          </a:p>
          <a:p>
            <a:pPr algn="just" eaLnBrk="1" hangingPunct="1">
              <a:buSzPct val="100000"/>
              <a:buFont typeface="Arial" charset="0"/>
              <a:buChar char="•"/>
            </a:pPr>
            <a:r>
              <a:rPr lang="en-US" sz="1800" dirty="0"/>
              <a:t>In our model we used two sets of 3x3 dynamic filters. The first set of 32 filters detects simple features (edges, lines). The second set of 64 filters detects more complex patterns (shapes, curves, letters</a:t>
            </a:r>
            <a:r>
              <a:rPr lang="en-US" sz="1800" dirty="0" smtClean="0"/>
              <a:t>).</a:t>
            </a:r>
          </a:p>
          <a:p>
            <a:pPr algn="just" eaLnBrk="1" hangingPunct="1">
              <a:buSzPct val="100000"/>
              <a:buFont typeface="Arial" charset="0"/>
              <a:buChar char="•"/>
            </a:pPr>
            <a:r>
              <a:rPr lang="en-US" sz="1800" dirty="0"/>
              <a:t>The result of the </a:t>
            </a:r>
            <a:r>
              <a:rPr lang="en-US" sz="1800" dirty="0" smtClean="0"/>
              <a:t>filtering is </a:t>
            </a:r>
            <a:r>
              <a:rPr lang="en-US" sz="1800" dirty="0"/>
              <a:t>a feature map and the computation itself uses dot multiplication shown by formula (1</a:t>
            </a:r>
            <a:r>
              <a:rPr lang="en-US" sz="1800" dirty="0" smtClean="0"/>
              <a:t>).</a:t>
            </a:r>
          </a:p>
          <a:p>
            <a:pPr algn="just" eaLnBrk="1" hangingPunct="1">
              <a:buSzPct val="100000"/>
              <a:buFont typeface="Arial" charset="0"/>
              <a:buChar char="•"/>
            </a:pPr>
            <a:r>
              <a:rPr lang="en-US" sz="1800" dirty="0"/>
              <a:t>Then the </a:t>
            </a:r>
            <a:r>
              <a:rPr lang="en-US" sz="1800" dirty="0" err="1"/>
              <a:t>ReLU</a:t>
            </a:r>
            <a:r>
              <a:rPr lang="en-US" sz="1800" dirty="0"/>
              <a:t> activation function described by formula (2) is applied to the feature map in order to add non-linearity to the features learned</a:t>
            </a:r>
            <a:r>
              <a:rPr lang="en-US" sz="1800" dirty="0" smtClean="0"/>
              <a:t>.</a:t>
            </a:r>
          </a:p>
          <a:p>
            <a:pPr algn="just" eaLnBrk="1" hangingPunct="1">
              <a:buSzPct val="100000"/>
              <a:buFont typeface="Arial" charset="0"/>
              <a:buChar char="•"/>
            </a:pPr>
            <a:r>
              <a:rPr lang="en-US" sz="1800" dirty="0" smtClean="0"/>
              <a:t>Then in pooling we </a:t>
            </a:r>
            <a:r>
              <a:rPr lang="en-US" sz="1800" dirty="0"/>
              <a:t>use the </a:t>
            </a:r>
            <a:r>
              <a:rPr lang="en-US" sz="1800" dirty="0" err="1"/>
              <a:t>MaxPooling</a:t>
            </a:r>
            <a:r>
              <a:rPr lang="en-US" sz="1800" dirty="0"/>
              <a:t> function that builds a new compressed feature map by selecting a pixel with the largest value inside each area that it slides over.</a:t>
            </a:r>
            <a:endParaRPr lang="en-US" sz="1800" dirty="0" smtClean="0"/>
          </a:p>
        </p:txBody>
      </p:sp>
      <p:sp>
        <p:nvSpPr>
          <p:cNvPr id="15364" name="Slide Number Placeholder 1"/>
          <p:cNvSpPr>
            <a:spLocks noGrp="1" noChangeArrowheads="1"/>
          </p:cNvSpPr>
          <p:nvPr>
            <p:ph type="sldNum" sz="quarter" idx="22"/>
          </p:nvPr>
        </p:nvSpPr>
        <p:spPr>
          <a:xfrm>
            <a:off x="8334375" y="6415088"/>
            <a:ext cx="180975" cy="247650"/>
          </a:xfrm>
          <a:noFill/>
        </p:spPr>
        <p:txBody>
          <a:bodyPr/>
          <a:lstStyle/>
          <a:p>
            <a:fld id="{4C4DF90D-92C4-482B-9B30-2698C549B8A1}" type="slidenum">
              <a:rPr lang="en-US"/>
              <a:pPr/>
              <a:t>9</a:t>
            </a:fld>
            <a:endParaRPr lang="en-US"/>
          </a:p>
        </p:txBody>
      </p:sp>
      <p:sp>
        <p:nvSpPr>
          <p:cNvPr id="15363" name="Rectangle 2"/>
          <p:cNvSpPr txBox="1">
            <a:spLocks noChangeArrowheads="1"/>
          </p:cNvSpPr>
          <p:nvPr/>
        </p:nvSpPr>
        <p:spPr bwMode="auto">
          <a:xfrm>
            <a:off x="674688" y="30163"/>
            <a:ext cx="6443662" cy="87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9" rIns="45719" anchor="ctr"/>
          <a:lstStyle>
            <a:lvl1pPr>
              <a:defRPr sz="1300">
                <a:solidFill>
                  <a:srgbClr val="000000"/>
                </a:solidFill>
                <a:latin typeface="Calibri" pitchFamily="34" charset="0"/>
                <a:cs typeface="Calibri" pitchFamily="34" charset="0"/>
                <a:sym typeface="Calibri" pitchFamily="34" charset="0"/>
              </a:defRPr>
            </a:lvl1pPr>
            <a:lvl2pPr>
              <a:defRPr sz="1300">
                <a:solidFill>
                  <a:srgbClr val="000000"/>
                </a:solidFill>
                <a:latin typeface="Calibri" pitchFamily="34" charset="0"/>
                <a:cs typeface="Calibri" pitchFamily="34" charset="0"/>
                <a:sym typeface="Calibri" pitchFamily="34" charset="0"/>
              </a:defRPr>
            </a:lvl2pPr>
            <a:lvl3pPr>
              <a:defRPr sz="1300">
                <a:solidFill>
                  <a:srgbClr val="000000"/>
                </a:solidFill>
                <a:latin typeface="Calibri" pitchFamily="34" charset="0"/>
                <a:cs typeface="Calibri" pitchFamily="34" charset="0"/>
                <a:sym typeface="Calibri" pitchFamily="34" charset="0"/>
              </a:defRPr>
            </a:lvl3pPr>
            <a:lvl4pPr>
              <a:defRPr sz="1300">
                <a:solidFill>
                  <a:srgbClr val="000000"/>
                </a:solidFill>
                <a:latin typeface="Calibri" pitchFamily="34" charset="0"/>
                <a:cs typeface="Calibri" pitchFamily="34" charset="0"/>
                <a:sym typeface="Calibri" pitchFamily="34" charset="0"/>
              </a:defRPr>
            </a:lvl4pPr>
            <a:lvl5pPr>
              <a:defRPr sz="1300">
                <a:solidFill>
                  <a:srgbClr val="000000"/>
                </a:solidFill>
                <a:latin typeface="Calibri" pitchFamily="34" charset="0"/>
                <a:cs typeface="Calibri" pitchFamily="34" charset="0"/>
                <a:sym typeface="Calibri" pitchFamily="34" charset="0"/>
              </a:defRPr>
            </a:lvl5pPr>
            <a:lvl6pPr marL="4572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6pPr>
            <a:lvl7pPr marL="9144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7pPr>
            <a:lvl8pPr marL="13716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8pPr>
            <a:lvl9pPr marL="18288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9pPr>
          </a:lstStyle>
          <a:p>
            <a:pPr defTabSz="914400" eaLnBrk="1">
              <a:lnSpc>
                <a:spcPct val="90000"/>
              </a:lnSpc>
            </a:pPr>
            <a:r>
              <a:rPr lang="en-US" sz="2800" b="1" dirty="0" smtClean="0">
                <a:solidFill>
                  <a:srgbClr val="FFFFFF"/>
                </a:solidFill>
              </a:rPr>
              <a:t>MODEL DESCRIPTION</a:t>
            </a:r>
            <a:endParaRPr lang="en-US" sz="2800" b="1" dirty="0">
              <a:solidFill>
                <a:srgbClr val="FFFFFF"/>
              </a:solidFill>
            </a:endParaRPr>
          </a:p>
        </p:txBody>
      </p:sp>
      <p:pic>
        <p:nvPicPr>
          <p:cNvPr id="15365" name="Picture 10" descr="Picture 1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62600" y="4952996"/>
            <a:ext cx="2490787" cy="170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pic>
        <p:nvPicPr>
          <p:cNvPr id="7" name="Picture 2" descr="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4952996"/>
            <a:ext cx="4495800" cy="16999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spTree>
  </p:cSld>
  <p:clrMapOvr>
    <a:masterClrMapping/>
  </p:clrMapOvr>
  <p:transition spd="med"/>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Placeholder 3"/>
          <p:cNvSpPr txBox="1">
            <a:spLocks noGrp="1" noChangeArrowheads="1"/>
          </p:cNvSpPr>
          <p:nvPr>
            <p:ph type="body" sz="quarter" idx="1"/>
          </p:nvPr>
        </p:nvSpPr>
        <p:spPr>
          <a:xfrm>
            <a:off x="38100" y="908935"/>
            <a:ext cx="8915400" cy="5637213"/>
          </a:xfrm>
        </p:spPr>
        <p:txBody>
          <a:bodyPr/>
          <a:lstStyle>
            <a:lvl1pPr marL="285750" indent="-285750">
              <a:defRPr sz="2800">
                <a:solidFill>
                  <a:srgbClr val="000000"/>
                </a:solidFill>
                <a:latin typeface="Calibri" pitchFamily="34" charset="0"/>
                <a:cs typeface="Calibri" pitchFamily="34" charset="0"/>
                <a:sym typeface="Calibri" pitchFamily="34" charset="0"/>
              </a:defRPr>
            </a:lvl1pPr>
            <a:lvl2pPr>
              <a:defRPr sz="2800">
                <a:solidFill>
                  <a:srgbClr val="000000"/>
                </a:solidFill>
                <a:latin typeface="Calibri" pitchFamily="34" charset="0"/>
                <a:cs typeface="Calibri" pitchFamily="34" charset="0"/>
                <a:sym typeface="Calibri" pitchFamily="34" charset="0"/>
              </a:defRPr>
            </a:lvl2pPr>
            <a:lvl3pPr>
              <a:defRPr sz="2800">
                <a:solidFill>
                  <a:srgbClr val="000000"/>
                </a:solidFill>
                <a:latin typeface="Calibri" pitchFamily="34" charset="0"/>
                <a:cs typeface="Calibri" pitchFamily="34" charset="0"/>
                <a:sym typeface="Calibri" pitchFamily="34" charset="0"/>
              </a:defRPr>
            </a:lvl3pPr>
            <a:lvl4pPr>
              <a:defRPr sz="2800">
                <a:solidFill>
                  <a:srgbClr val="000000"/>
                </a:solidFill>
                <a:latin typeface="Calibri" pitchFamily="34" charset="0"/>
                <a:cs typeface="Calibri" pitchFamily="34" charset="0"/>
                <a:sym typeface="Calibri" pitchFamily="34" charset="0"/>
              </a:defRPr>
            </a:lvl4pPr>
            <a:lvl5pPr>
              <a:defRPr sz="2800">
                <a:solidFill>
                  <a:srgbClr val="000000"/>
                </a:solidFill>
                <a:latin typeface="Calibri" pitchFamily="34" charset="0"/>
                <a:cs typeface="Calibri" pitchFamily="34" charset="0"/>
                <a:sym typeface="Calibri" pitchFamily="34" charset="0"/>
              </a:defRPr>
            </a:lvl5pPr>
            <a:lvl6pPr marL="2640013" indent="-354013" defTabSz="912813" eaLnBrk="0" fontAlgn="base" hangingPunct="0">
              <a:spcAft>
                <a:spcPct val="0"/>
              </a:spcAft>
              <a:buFont typeface="Arial" charset="0"/>
              <a:defRPr sz="2800">
                <a:solidFill>
                  <a:srgbClr val="000000"/>
                </a:solidFill>
                <a:latin typeface="Calibri" pitchFamily="34" charset="0"/>
                <a:cs typeface="Calibri" pitchFamily="34" charset="0"/>
                <a:sym typeface="Calibri" pitchFamily="34" charset="0"/>
              </a:defRPr>
            </a:lvl6pPr>
            <a:lvl7pPr marL="3097213" indent="-354013" defTabSz="912813" eaLnBrk="0" fontAlgn="base" hangingPunct="0">
              <a:spcAft>
                <a:spcPct val="0"/>
              </a:spcAft>
              <a:buFont typeface="Arial" charset="0"/>
              <a:defRPr sz="2800">
                <a:solidFill>
                  <a:srgbClr val="000000"/>
                </a:solidFill>
                <a:latin typeface="Calibri" pitchFamily="34" charset="0"/>
                <a:cs typeface="Calibri" pitchFamily="34" charset="0"/>
                <a:sym typeface="Calibri" pitchFamily="34" charset="0"/>
              </a:defRPr>
            </a:lvl7pPr>
            <a:lvl8pPr marL="3554413" indent="-354013" defTabSz="912813" eaLnBrk="0" fontAlgn="base" hangingPunct="0">
              <a:spcAft>
                <a:spcPct val="0"/>
              </a:spcAft>
              <a:buFont typeface="Arial" charset="0"/>
              <a:defRPr sz="2800">
                <a:solidFill>
                  <a:srgbClr val="000000"/>
                </a:solidFill>
                <a:latin typeface="Calibri" pitchFamily="34" charset="0"/>
                <a:cs typeface="Calibri" pitchFamily="34" charset="0"/>
                <a:sym typeface="Calibri" pitchFamily="34" charset="0"/>
              </a:defRPr>
            </a:lvl8pPr>
            <a:lvl9pPr marL="4011613" indent="-354013" defTabSz="912813" eaLnBrk="0" fontAlgn="base" hangingPunct="0">
              <a:spcAft>
                <a:spcPct val="0"/>
              </a:spcAft>
              <a:buFont typeface="Arial" charset="0"/>
              <a:defRPr sz="2800">
                <a:solidFill>
                  <a:srgbClr val="000000"/>
                </a:solidFill>
                <a:latin typeface="Calibri" pitchFamily="34" charset="0"/>
                <a:cs typeface="Calibri" pitchFamily="34" charset="0"/>
                <a:sym typeface="Calibri" pitchFamily="34" charset="0"/>
              </a:defRPr>
            </a:lvl9pPr>
          </a:lstStyle>
          <a:p>
            <a:pPr algn="just" eaLnBrk="1" hangingPunct="1">
              <a:buSzPct val="100000"/>
              <a:buFont typeface="Arial" charset="0"/>
              <a:buChar char="•"/>
            </a:pPr>
            <a:r>
              <a:rPr lang="en-US" sz="1800" dirty="0"/>
              <a:t>From the convolutional layer the data is passed to the fully connected layer. </a:t>
            </a:r>
            <a:endParaRPr lang="en-US" sz="1800" dirty="0" smtClean="0"/>
          </a:p>
          <a:p>
            <a:pPr algn="just" eaLnBrk="1" hangingPunct="1">
              <a:buSzPct val="100000"/>
              <a:buFont typeface="Arial" charset="0"/>
              <a:buChar char="•"/>
            </a:pPr>
            <a:r>
              <a:rPr lang="en-US" sz="1800" dirty="0" smtClean="0"/>
              <a:t>We use one </a:t>
            </a:r>
            <a:r>
              <a:rPr lang="en-US" sz="1800" dirty="0"/>
              <a:t>hidden layer </a:t>
            </a:r>
            <a:r>
              <a:rPr lang="en-US" sz="1800" dirty="0" smtClean="0"/>
              <a:t>containing </a:t>
            </a:r>
            <a:r>
              <a:rPr lang="en-US" sz="1800" dirty="0"/>
              <a:t>128 neurons that are all connected to every input and every output</a:t>
            </a:r>
            <a:r>
              <a:rPr lang="en-US" sz="1800" dirty="0" smtClean="0"/>
              <a:t>.</a:t>
            </a:r>
          </a:p>
          <a:p>
            <a:pPr algn="just" eaLnBrk="1" hangingPunct="1">
              <a:buSzPct val="100000"/>
              <a:buFont typeface="Arial" charset="0"/>
              <a:buChar char="•"/>
            </a:pPr>
            <a:r>
              <a:rPr lang="en-US" sz="1800" dirty="0"/>
              <a:t>Each neuron takes the input from the feature map as a vector, computes the result using </a:t>
            </a:r>
            <a:r>
              <a:rPr lang="en-US" sz="1800" dirty="0" err="1"/>
              <a:t>ReLU</a:t>
            </a:r>
            <a:r>
              <a:rPr lang="en-US" sz="1800" dirty="0"/>
              <a:t> activation function described by formula (2), and sends it to every neuron in the output layer. </a:t>
            </a:r>
            <a:endParaRPr lang="en-US" sz="1800" dirty="0" smtClean="0"/>
          </a:p>
          <a:p>
            <a:pPr algn="just" eaLnBrk="1" hangingPunct="1">
              <a:buSzPct val="100000"/>
              <a:buFont typeface="Arial" charset="0"/>
              <a:buChar char="•"/>
            </a:pPr>
            <a:r>
              <a:rPr lang="en-US" sz="1800" dirty="0"/>
              <a:t>The resulting output is a vector obtained using the </a:t>
            </a:r>
            <a:r>
              <a:rPr lang="en-US" sz="1800" dirty="0" err="1"/>
              <a:t>Softmax</a:t>
            </a:r>
            <a:r>
              <a:rPr lang="en-US" sz="1800" dirty="0"/>
              <a:t> activation function described by formula (3).</a:t>
            </a:r>
            <a:endParaRPr lang="en-US" sz="1800" dirty="0" smtClean="0"/>
          </a:p>
          <a:p>
            <a:pPr algn="just" eaLnBrk="1" hangingPunct="1">
              <a:buSzPct val="100000"/>
              <a:buFont typeface="Arial" charset="0"/>
              <a:buChar char="•"/>
            </a:pPr>
            <a:r>
              <a:rPr lang="en-US" sz="1800" dirty="0" smtClean="0"/>
              <a:t>The model goes through training that obtains optimal values for weights and biases through </a:t>
            </a:r>
            <a:r>
              <a:rPr lang="en-US" sz="1800" dirty="0" err="1" smtClean="0"/>
              <a:t>backpropagation</a:t>
            </a:r>
            <a:r>
              <a:rPr lang="en-US" sz="1800" dirty="0" smtClean="0"/>
              <a:t>.</a:t>
            </a:r>
          </a:p>
          <a:p>
            <a:pPr algn="just" eaLnBrk="1" hangingPunct="1">
              <a:buSzPct val="100000"/>
              <a:buFont typeface="Arial" charset="0"/>
              <a:buChar char="•"/>
            </a:pPr>
            <a:r>
              <a:rPr lang="en-US" sz="1800" dirty="0"/>
              <a:t>For efficiency, our model processes input images as batches of 64 at the same time in parallel. </a:t>
            </a:r>
          </a:p>
          <a:p>
            <a:pPr algn="just" eaLnBrk="1" hangingPunct="1">
              <a:buSzPct val="100000"/>
              <a:buFont typeface="Arial" charset="0"/>
              <a:buChar char="•"/>
            </a:pPr>
            <a:r>
              <a:rPr lang="en-US" sz="1800" dirty="0"/>
              <a:t>The last part of our model is the evaluation phase that predicts the classes of images in the testing dataset. </a:t>
            </a:r>
            <a:r>
              <a:rPr lang="en-US" sz="1800" dirty="0" smtClean="0"/>
              <a:t>The predictions are compared to the image labels to calculate the accuracy.</a:t>
            </a:r>
            <a:endParaRPr lang="en-US" sz="1800" dirty="0" smtClean="0"/>
          </a:p>
        </p:txBody>
      </p:sp>
      <p:sp>
        <p:nvSpPr>
          <p:cNvPr id="15364" name="Slide Number Placeholder 1"/>
          <p:cNvSpPr>
            <a:spLocks noGrp="1" noChangeArrowheads="1"/>
          </p:cNvSpPr>
          <p:nvPr>
            <p:ph type="sldNum" sz="quarter" idx="22"/>
          </p:nvPr>
        </p:nvSpPr>
        <p:spPr>
          <a:xfrm>
            <a:off x="8334375" y="6415088"/>
            <a:ext cx="180975" cy="247650"/>
          </a:xfrm>
          <a:noFill/>
        </p:spPr>
        <p:txBody>
          <a:bodyPr/>
          <a:lstStyle/>
          <a:p>
            <a:fld id="{4C4DF90D-92C4-482B-9B30-2698C549B8A1}" type="slidenum">
              <a:rPr lang="en-US"/>
              <a:pPr/>
              <a:t>10</a:t>
            </a:fld>
            <a:endParaRPr lang="en-US"/>
          </a:p>
        </p:txBody>
      </p:sp>
      <p:sp>
        <p:nvSpPr>
          <p:cNvPr id="15363" name="Rectangle 2"/>
          <p:cNvSpPr txBox="1">
            <a:spLocks noChangeArrowheads="1"/>
          </p:cNvSpPr>
          <p:nvPr/>
        </p:nvSpPr>
        <p:spPr bwMode="auto">
          <a:xfrm>
            <a:off x="674688" y="30163"/>
            <a:ext cx="6443662" cy="87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9" rIns="45719" anchor="ctr"/>
          <a:lstStyle>
            <a:lvl1pPr>
              <a:defRPr sz="1300">
                <a:solidFill>
                  <a:srgbClr val="000000"/>
                </a:solidFill>
                <a:latin typeface="Calibri" pitchFamily="34" charset="0"/>
                <a:cs typeface="Calibri" pitchFamily="34" charset="0"/>
                <a:sym typeface="Calibri" pitchFamily="34" charset="0"/>
              </a:defRPr>
            </a:lvl1pPr>
            <a:lvl2pPr>
              <a:defRPr sz="1300">
                <a:solidFill>
                  <a:srgbClr val="000000"/>
                </a:solidFill>
                <a:latin typeface="Calibri" pitchFamily="34" charset="0"/>
                <a:cs typeface="Calibri" pitchFamily="34" charset="0"/>
                <a:sym typeface="Calibri" pitchFamily="34" charset="0"/>
              </a:defRPr>
            </a:lvl2pPr>
            <a:lvl3pPr>
              <a:defRPr sz="1300">
                <a:solidFill>
                  <a:srgbClr val="000000"/>
                </a:solidFill>
                <a:latin typeface="Calibri" pitchFamily="34" charset="0"/>
                <a:cs typeface="Calibri" pitchFamily="34" charset="0"/>
                <a:sym typeface="Calibri" pitchFamily="34" charset="0"/>
              </a:defRPr>
            </a:lvl3pPr>
            <a:lvl4pPr>
              <a:defRPr sz="1300">
                <a:solidFill>
                  <a:srgbClr val="000000"/>
                </a:solidFill>
                <a:latin typeface="Calibri" pitchFamily="34" charset="0"/>
                <a:cs typeface="Calibri" pitchFamily="34" charset="0"/>
                <a:sym typeface="Calibri" pitchFamily="34" charset="0"/>
              </a:defRPr>
            </a:lvl4pPr>
            <a:lvl5pPr>
              <a:defRPr sz="1300">
                <a:solidFill>
                  <a:srgbClr val="000000"/>
                </a:solidFill>
                <a:latin typeface="Calibri" pitchFamily="34" charset="0"/>
                <a:cs typeface="Calibri" pitchFamily="34" charset="0"/>
                <a:sym typeface="Calibri" pitchFamily="34" charset="0"/>
              </a:defRPr>
            </a:lvl5pPr>
            <a:lvl6pPr marL="4572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6pPr>
            <a:lvl7pPr marL="9144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7pPr>
            <a:lvl8pPr marL="13716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8pPr>
            <a:lvl9pPr marL="18288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9pPr>
          </a:lstStyle>
          <a:p>
            <a:pPr defTabSz="914400" eaLnBrk="1">
              <a:lnSpc>
                <a:spcPct val="90000"/>
              </a:lnSpc>
            </a:pPr>
            <a:r>
              <a:rPr lang="en-US" sz="2800" b="1" dirty="0">
                <a:solidFill>
                  <a:srgbClr val="FFFFFF"/>
                </a:solidFill>
              </a:rPr>
              <a:t>MODEL </a:t>
            </a:r>
            <a:r>
              <a:rPr lang="en-US" sz="2800" b="1" dirty="0" smtClean="0">
                <a:solidFill>
                  <a:srgbClr val="FFFFFF"/>
                </a:solidFill>
              </a:rPr>
              <a:t>DESCRIPTION (CONT.)</a:t>
            </a:r>
            <a:endParaRPr lang="en-US" sz="2800" b="1" dirty="0">
              <a:solidFill>
                <a:srgbClr val="FFFFFF"/>
              </a:solidFill>
            </a:endParaRPr>
          </a:p>
        </p:txBody>
      </p:sp>
      <p:pic>
        <p:nvPicPr>
          <p:cNvPr id="1028" name="Picture 4" descr="Neural Networks Backpropagation Made Easy | Towards Data Scien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8150" y="5200232"/>
            <a:ext cx="5410200" cy="14469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1001577"/>
      </p:ext>
    </p:extLst>
  </p:cSld>
  <p:clrMapOvr>
    <a:masterClrMapping/>
  </p:clrMapOvr>
  <p:transition spd="med"/>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5362" name="Text Placeholder 3"/>
              <p:cNvSpPr txBox="1">
                <a:spLocks noGrp="1" noChangeArrowheads="1"/>
              </p:cNvSpPr>
              <p:nvPr>
                <p:ph type="body" sz="quarter" idx="1"/>
              </p:nvPr>
            </p:nvSpPr>
            <p:spPr>
              <a:xfrm>
                <a:off x="152400" y="990600"/>
                <a:ext cx="6248400" cy="5637213"/>
              </a:xfrm>
            </p:spPr>
            <p:txBody>
              <a:bodyPr/>
              <a:lstStyle>
                <a:lvl1pPr marL="285750" indent="-285750">
                  <a:defRPr sz="2800">
                    <a:solidFill>
                      <a:srgbClr val="000000"/>
                    </a:solidFill>
                    <a:latin typeface="Calibri" pitchFamily="34" charset="0"/>
                    <a:cs typeface="Calibri" pitchFamily="34" charset="0"/>
                    <a:sym typeface="Calibri" pitchFamily="34" charset="0"/>
                  </a:defRPr>
                </a:lvl1pPr>
                <a:lvl2pPr>
                  <a:defRPr sz="2800">
                    <a:solidFill>
                      <a:srgbClr val="000000"/>
                    </a:solidFill>
                    <a:latin typeface="Calibri" pitchFamily="34" charset="0"/>
                    <a:cs typeface="Calibri" pitchFamily="34" charset="0"/>
                    <a:sym typeface="Calibri" pitchFamily="34" charset="0"/>
                  </a:defRPr>
                </a:lvl2pPr>
                <a:lvl3pPr>
                  <a:defRPr sz="2800">
                    <a:solidFill>
                      <a:srgbClr val="000000"/>
                    </a:solidFill>
                    <a:latin typeface="Calibri" pitchFamily="34" charset="0"/>
                    <a:cs typeface="Calibri" pitchFamily="34" charset="0"/>
                    <a:sym typeface="Calibri" pitchFamily="34" charset="0"/>
                  </a:defRPr>
                </a:lvl3pPr>
                <a:lvl4pPr>
                  <a:defRPr sz="2800">
                    <a:solidFill>
                      <a:srgbClr val="000000"/>
                    </a:solidFill>
                    <a:latin typeface="Calibri" pitchFamily="34" charset="0"/>
                    <a:cs typeface="Calibri" pitchFamily="34" charset="0"/>
                    <a:sym typeface="Calibri" pitchFamily="34" charset="0"/>
                  </a:defRPr>
                </a:lvl4pPr>
                <a:lvl5pPr>
                  <a:defRPr sz="2800">
                    <a:solidFill>
                      <a:srgbClr val="000000"/>
                    </a:solidFill>
                    <a:latin typeface="Calibri" pitchFamily="34" charset="0"/>
                    <a:cs typeface="Calibri" pitchFamily="34" charset="0"/>
                    <a:sym typeface="Calibri" pitchFamily="34" charset="0"/>
                  </a:defRPr>
                </a:lvl5pPr>
                <a:lvl6pPr marL="2640013" indent="-354013" defTabSz="912813" eaLnBrk="0" fontAlgn="base" hangingPunct="0">
                  <a:spcAft>
                    <a:spcPct val="0"/>
                  </a:spcAft>
                  <a:buFont typeface="Arial" charset="0"/>
                  <a:defRPr sz="2800">
                    <a:solidFill>
                      <a:srgbClr val="000000"/>
                    </a:solidFill>
                    <a:latin typeface="Calibri" pitchFamily="34" charset="0"/>
                    <a:cs typeface="Calibri" pitchFamily="34" charset="0"/>
                    <a:sym typeface="Calibri" pitchFamily="34" charset="0"/>
                  </a:defRPr>
                </a:lvl6pPr>
                <a:lvl7pPr marL="3097213" indent="-354013" defTabSz="912813" eaLnBrk="0" fontAlgn="base" hangingPunct="0">
                  <a:spcAft>
                    <a:spcPct val="0"/>
                  </a:spcAft>
                  <a:buFont typeface="Arial" charset="0"/>
                  <a:defRPr sz="2800">
                    <a:solidFill>
                      <a:srgbClr val="000000"/>
                    </a:solidFill>
                    <a:latin typeface="Calibri" pitchFamily="34" charset="0"/>
                    <a:cs typeface="Calibri" pitchFamily="34" charset="0"/>
                    <a:sym typeface="Calibri" pitchFamily="34" charset="0"/>
                  </a:defRPr>
                </a:lvl7pPr>
                <a:lvl8pPr marL="3554413" indent="-354013" defTabSz="912813" eaLnBrk="0" fontAlgn="base" hangingPunct="0">
                  <a:spcAft>
                    <a:spcPct val="0"/>
                  </a:spcAft>
                  <a:buFont typeface="Arial" charset="0"/>
                  <a:defRPr sz="2800">
                    <a:solidFill>
                      <a:srgbClr val="000000"/>
                    </a:solidFill>
                    <a:latin typeface="Calibri" pitchFamily="34" charset="0"/>
                    <a:cs typeface="Calibri" pitchFamily="34" charset="0"/>
                    <a:sym typeface="Calibri" pitchFamily="34" charset="0"/>
                  </a:defRPr>
                </a:lvl8pPr>
                <a:lvl9pPr marL="4011613" indent="-354013" defTabSz="912813" eaLnBrk="0" fontAlgn="base" hangingPunct="0">
                  <a:spcAft>
                    <a:spcPct val="0"/>
                  </a:spcAft>
                  <a:buFont typeface="Arial" charset="0"/>
                  <a:defRPr sz="2800">
                    <a:solidFill>
                      <a:srgbClr val="000000"/>
                    </a:solidFill>
                    <a:latin typeface="Calibri" pitchFamily="34" charset="0"/>
                    <a:cs typeface="Calibri" pitchFamily="34" charset="0"/>
                    <a:sym typeface="Calibri" pitchFamily="34" charset="0"/>
                  </a:defRPr>
                </a:lvl9pPr>
              </a:lstStyle>
              <a:p>
                <a:pPr>
                  <a:buFont typeface="Arial" pitchFamily="34" charset="0"/>
                  <a:buChar char="•"/>
                </a:pPr>
                <a:r>
                  <a:rPr lang="en-US" sz="2000" dirty="0" smtClean="0"/>
                  <a:t>On </a:t>
                </a:r>
                <a:r>
                  <a:rPr lang="en-US" sz="2000" dirty="0"/>
                  <a:t>each stride during filtering the feature map is calculated by the formula:</a:t>
                </a:r>
              </a:p>
              <a:p>
                <a:r>
                  <a:rPr lang="en-US" sz="2000" dirty="0"/>
                  <a:t>      </a:t>
                </a:r>
                <a:r>
                  <a:rPr lang="en-US" sz="2000" dirty="0" smtClean="0"/>
                  <a:t>	y </a:t>
                </a:r>
                <a:r>
                  <a:rPr lang="en-US" sz="2000" dirty="0"/>
                  <a:t>= </a:t>
                </a:r>
                <a14:m>
                  <m:oMath xmlns:m="http://schemas.openxmlformats.org/officeDocument/2006/math">
                    <m:nary>
                      <m:naryPr>
                        <m:chr m:val="∑"/>
                        <m:limLoc m:val="undOvr"/>
                        <m:ctrlPr>
                          <a:rPr lang="en-US" sz="2000" i="1"/>
                        </m:ctrlPr>
                      </m:naryPr>
                      <m:sub>
                        <m:r>
                          <a:rPr lang="en-US" sz="2000" i="1"/>
                          <m:t>𝑖</m:t>
                        </m:r>
                        <m:r>
                          <a:rPr lang="en-US" sz="2000" i="1"/>
                          <m:t>=1</m:t>
                        </m:r>
                      </m:sub>
                      <m:sup>
                        <m:r>
                          <a:rPr lang="en-US" sz="2000" i="1"/>
                          <m:t>𝑚</m:t>
                        </m:r>
                      </m:sup>
                      <m:e>
                        <m:nary>
                          <m:naryPr>
                            <m:chr m:val="∑"/>
                            <m:limLoc m:val="undOvr"/>
                            <m:ctrlPr>
                              <a:rPr lang="en-US" sz="2000" i="1"/>
                            </m:ctrlPr>
                          </m:naryPr>
                          <m:sub>
                            <m:r>
                              <a:rPr lang="en-US" sz="2000" i="1"/>
                              <m:t>𝑗</m:t>
                            </m:r>
                            <m:r>
                              <a:rPr lang="en-US" sz="2000" i="1"/>
                              <m:t>=1</m:t>
                            </m:r>
                          </m:sub>
                          <m:sup>
                            <m:r>
                              <a:rPr lang="en-US" sz="2000" i="1"/>
                              <m:t>𝑛</m:t>
                            </m:r>
                          </m:sup>
                          <m:e>
                            <m:sSub>
                              <m:sSubPr>
                                <m:ctrlPr>
                                  <a:rPr lang="en-US" sz="2000" i="1"/>
                                </m:ctrlPr>
                              </m:sSubPr>
                              <m:e>
                                <m:r>
                                  <a:rPr lang="en-US" sz="2000" i="1"/>
                                  <m:t>𝑋</m:t>
                                </m:r>
                              </m:e>
                              <m:sub>
                                <m:r>
                                  <a:rPr lang="en-US" sz="2000" i="1"/>
                                  <m:t>𝑖</m:t>
                                </m:r>
                                <m:r>
                                  <a:rPr lang="en-US" sz="2000" i="1"/>
                                  <m:t>,</m:t>
                                </m:r>
                                <m:r>
                                  <a:rPr lang="en-US" sz="2000" i="1"/>
                                  <m:t>𝑗</m:t>
                                </m:r>
                              </m:sub>
                            </m:sSub>
                            <m:r>
                              <a:rPr lang="en-US" sz="2000" i="1"/>
                              <m:t>∙</m:t>
                            </m:r>
                            <m:sSub>
                              <m:sSubPr>
                                <m:ctrlPr>
                                  <a:rPr lang="en-US" sz="2000" i="1"/>
                                </m:ctrlPr>
                              </m:sSubPr>
                              <m:e>
                                <m:r>
                                  <a:rPr lang="en-US" sz="2000" i="1"/>
                                  <m:t>𝑊</m:t>
                                </m:r>
                              </m:e>
                              <m:sub>
                                <m:r>
                                  <a:rPr lang="en-US" sz="2000" i="1"/>
                                  <m:t>𝑖</m:t>
                                </m:r>
                                <m:r>
                                  <a:rPr lang="en-US" sz="2000" i="1"/>
                                  <m:t>,</m:t>
                                </m:r>
                                <m:r>
                                  <a:rPr lang="en-US" sz="2000" i="1"/>
                                  <m:t>𝑗</m:t>
                                </m:r>
                              </m:sub>
                            </m:sSub>
                            <m:r>
                              <a:rPr lang="en-US" sz="2000" i="1"/>
                              <m:t>+</m:t>
                            </m:r>
                            <m:r>
                              <a:rPr lang="en-US" sz="2000" i="1"/>
                              <m:t>𝑏</m:t>
                            </m:r>
                          </m:e>
                        </m:nary>
                      </m:e>
                    </m:nary>
                  </m:oMath>
                </a14:m>
                <a:r>
                  <a:rPr lang="en-US" sz="2000" i="1" dirty="0"/>
                  <a:t>	</a:t>
                </a:r>
                <a:r>
                  <a:rPr lang="en-US" sz="2000" dirty="0" smtClean="0"/>
                  <a:t>(</a:t>
                </a:r>
                <a:r>
                  <a:rPr lang="en-US" sz="2000" dirty="0"/>
                  <a:t>1</a:t>
                </a:r>
                <a:r>
                  <a:rPr lang="en-US" sz="2000" dirty="0" smtClean="0"/>
                  <a:t>)</a:t>
                </a:r>
              </a:p>
              <a:p>
                <a:endParaRPr lang="en-US" sz="2000" dirty="0" smtClean="0"/>
              </a:p>
              <a:p>
                <a:pPr>
                  <a:buFont typeface="Arial" pitchFamily="34" charset="0"/>
                  <a:buChar char="•"/>
                </a:pPr>
                <a:r>
                  <a:rPr lang="en-US" sz="2000" dirty="0"/>
                  <a:t>The computation in each neuron in hidden and convolutional layers is performed using the </a:t>
                </a:r>
                <a:r>
                  <a:rPr lang="en-US" sz="2000" dirty="0" err="1"/>
                  <a:t>ReLU</a:t>
                </a:r>
                <a:r>
                  <a:rPr lang="en-US" sz="2000" dirty="0"/>
                  <a:t> activation function below that takes </a:t>
                </a:r>
                <a:r>
                  <a:rPr lang="en-US" sz="2000" b="1" dirty="0"/>
                  <a:t>W</a:t>
                </a:r>
                <a14:m>
                  <m:oMath xmlns:m="http://schemas.openxmlformats.org/officeDocument/2006/math">
                    <m:r>
                      <a:rPr lang="en-US" sz="2000" i="1"/>
                      <m:t>∙</m:t>
                    </m:r>
                  </m:oMath>
                </a14:m>
                <a:r>
                  <a:rPr lang="en-US" sz="2000" b="1" dirty="0"/>
                  <a:t>X</a:t>
                </a:r>
                <a:r>
                  <a:rPr lang="en-US" sz="2000" dirty="0"/>
                  <a:t> + </a:t>
                </a:r>
                <a14:m>
                  <m:oMath xmlns:m="http://schemas.openxmlformats.org/officeDocument/2006/math">
                    <m:acc>
                      <m:accPr>
                        <m:chr m:val="⃗"/>
                        <m:ctrlPr>
                          <a:rPr lang="en-US" sz="2000" i="1"/>
                        </m:ctrlPr>
                      </m:accPr>
                      <m:e>
                        <m:r>
                          <a:rPr lang="en-US" sz="2000" i="1"/>
                          <m:t>𝑏</m:t>
                        </m:r>
                      </m:e>
                    </m:acc>
                  </m:oMath>
                </a14:m>
                <a:r>
                  <a:rPr lang="en-US" sz="2000" dirty="0"/>
                  <a:t>  as the input parameter</a:t>
                </a:r>
                <a:r>
                  <a:rPr lang="en-US" sz="2000" dirty="0" smtClean="0"/>
                  <a:t>:</a:t>
                </a:r>
                <a:endParaRPr lang="en-US" sz="2000" dirty="0"/>
              </a:p>
              <a:p>
                <a:r>
                  <a:rPr lang="en-US" sz="2000" dirty="0"/>
                  <a:t>                 </a:t>
                </a:r>
                <a:r>
                  <a:rPr lang="en-US" sz="2000" dirty="0"/>
                  <a:t> </a:t>
                </a:r>
                <a:r>
                  <a:rPr lang="en-US" sz="2000" dirty="0" smtClean="0"/>
                  <a:t>     </a:t>
                </a:r>
                <a:r>
                  <a:rPr lang="en-US" sz="2000" dirty="0" err="1" smtClean="0"/>
                  <a:t>ReLU</a:t>
                </a:r>
                <a:r>
                  <a:rPr lang="en-US" sz="2000" dirty="0" smtClean="0"/>
                  <a:t>(x</a:t>
                </a:r>
                <a:r>
                  <a:rPr lang="en-US" sz="2000" dirty="0"/>
                  <a:t>) = </a:t>
                </a:r>
                <a14:m>
                  <m:oMath xmlns:m="http://schemas.openxmlformats.org/officeDocument/2006/math">
                    <m:d>
                      <m:dPr>
                        <m:begChr m:val="{"/>
                        <m:endChr m:val=""/>
                        <m:ctrlPr>
                          <a:rPr lang="en-US" sz="2000" i="1"/>
                        </m:ctrlPr>
                      </m:dPr>
                      <m:e>
                        <m:eqArr>
                          <m:eqArrPr>
                            <m:ctrlPr>
                              <a:rPr lang="en-US" sz="2000" i="1"/>
                            </m:ctrlPr>
                          </m:eqArrPr>
                          <m:e>
                            <m:r>
                              <a:rPr lang="en-US" sz="2000" i="1"/>
                              <m:t>𝑥</m:t>
                            </m:r>
                            <m:r>
                              <a:rPr lang="en-US" sz="2000" i="1"/>
                              <m:t> </m:t>
                            </m:r>
                            <m:r>
                              <a:rPr lang="en-US" sz="2000" i="1"/>
                              <m:t>𝑥</m:t>
                            </m:r>
                            <m:r>
                              <a:rPr lang="en-US" sz="2000" i="1"/>
                              <m:t>&gt;0</m:t>
                            </m:r>
                          </m:e>
                          <m:e>
                            <m:r>
                              <a:rPr lang="en-US" sz="2000" i="1"/>
                              <m:t>0 </m:t>
                            </m:r>
                            <m:r>
                              <a:rPr lang="en-US" sz="2000" i="1"/>
                              <m:t>𝑥</m:t>
                            </m:r>
                            <m:r>
                              <a:rPr lang="en-US" sz="2000" i="1"/>
                              <m:t>≤0</m:t>
                            </m:r>
                          </m:e>
                        </m:eqArr>
                      </m:e>
                    </m:d>
                  </m:oMath>
                </a14:m>
                <a:r>
                  <a:rPr lang="en-US" sz="2000" i="1" dirty="0"/>
                  <a:t>		</a:t>
                </a:r>
                <a:r>
                  <a:rPr lang="en-US" sz="2000" dirty="0" smtClean="0"/>
                  <a:t>(</a:t>
                </a:r>
                <a:r>
                  <a:rPr lang="en-US" sz="2000" dirty="0"/>
                  <a:t>2</a:t>
                </a:r>
                <a:r>
                  <a:rPr lang="en-US" sz="2000" dirty="0" smtClean="0"/>
                  <a:t>)</a:t>
                </a:r>
              </a:p>
              <a:p>
                <a:endParaRPr lang="en-US" sz="2000" dirty="0" smtClean="0"/>
              </a:p>
              <a:p>
                <a:pPr>
                  <a:buFont typeface="Arial" pitchFamily="34" charset="0"/>
                  <a:buChar char="•"/>
                </a:pPr>
                <a:r>
                  <a:rPr lang="en-US" sz="2000" dirty="0"/>
                  <a:t>The computation in each neuron in the output layer is performed using the </a:t>
                </a:r>
                <a:r>
                  <a:rPr lang="en-US" sz="2000" dirty="0" err="1"/>
                  <a:t>Softmax</a:t>
                </a:r>
                <a:r>
                  <a:rPr lang="en-US" sz="2000" dirty="0"/>
                  <a:t> activation function below that takes </a:t>
                </a:r>
                <a:r>
                  <a:rPr lang="en-US" sz="2000" b="1" dirty="0"/>
                  <a:t>W</a:t>
                </a:r>
                <a14:m>
                  <m:oMath xmlns:m="http://schemas.openxmlformats.org/officeDocument/2006/math">
                    <m:r>
                      <a:rPr lang="en-US" sz="2000" i="1"/>
                      <m:t>∙</m:t>
                    </m:r>
                  </m:oMath>
                </a14:m>
                <a:r>
                  <a:rPr lang="en-US" sz="2000" b="1" dirty="0"/>
                  <a:t>X</a:t>
                </a:r>
                <a:r>
                  <a:rPr lang="en-US" sz="2000" dirty="0"/>
                  <a:t> + </a:t>
                </a:r>
                <a14:m>
                  <m:oMath xmlns:m="http://schemas.openxmlformats.org/officeDocument/2006/math">
                    <m:acc>
                      <m:accPr>
                        <m:chr m:val="⃗"/>
                        <m:ctrlPr>
                          <a:rPr lang="en-US" sz="2000" i="1"/>
                        </m:ctrlPr>
                      </m:accPr>
                      <m:e>
                        <m:r>
                          <a:rPr lang="en-US" sz="2000" i="1"/>
                          <m:t>𝑏</m:t>
                        </m:r>
                      </m:e>
                    </m:acc>
                  </m:oMath>
                </a14:m>
                <a:r>
                  <a:rPr lang="en-US" sz="2000" dirty="0"/>
                  <a:t>  as the input parameter:</a:t>
                </a:r>
              </a:p>
              <a:p>
                <a:r>
                  <a:rPr lang="en-US" sz="2000" dirty="0" smtClean="0"/>
                  <a:t>			</a:t>
                </a:r>
                <a14:m>
                  <m:oMath xmlns:m="http://schemas.openxmlformats.org/officeDocument/2006/math">
                    <m:sSub>
                      <m:sSubPr>
                        <m:ctrlPr>
                          <a:rPr lang="en-US" sz="2000" i="1"/>
                        </m:ctrlPr>
                      </m:sSubPr>
                      <m:e>
                        <m:acc>
                          <m:accPr>
                            <m:chr m:val="̂"/>
                            <m:ctrlPr>
                              <a:rPr lang="en-US" sz="2000" i="1"/>
                            </m:ctrlPr>
                          </m:accPr>
                          <m:e>
                            <m:r>
                              <a:rPr lang="en-US" sz="2000" i="1"/>
                              <m:t>𝑦</m:t>
                            </m:r>
                          </m:e>
                        </m:acc>
                      </m:e>
                      <m:sub>
                        <m:r>
                          <a:rPr lang="en-US" sz="2000" i="1"/>
                          <m:t>𝑖</m:t>
                        </m:r>
                      </m:sub>
                    </m:sSub>
                  </m:oMath>
                </a14:m>
                <a:r>
                  <a:rPr lang="en-US" sz="2000" dirty="0"/>
                  <a:t> = </a:t>
                </a:r>
                <a14:m>
                  <m:oMath xmlns:m="http://schemas.openxmlformats.org/officeDocument/2006/math">
                    <m:f>
                      <m:fPr>
                        <m:ctrlPr>
                          <a:rPr lang="en-US" sz="2000" i="1"/>
                        </m:ctrlPr>
                      </m:fPr>
                      <m:num>
                        <m:sSup>
                          <m:sSupPr>
                            <m:ctrlPr>
                              <a:rPr lang="en-US" sz="2000" i="1"/>
                            </m:ctrlPr>
                          </m:sSupPr>
                          <m:e>
                            <m:r>
                              <a:rPr lang="en-US" sz="2000" i="1"/>
                              <m:t>𝑒</m:t>
                            </m:r>
                          </m:e>
                          <m:sup>
                            <m:sSub>
                              <m:sSubPr>
                                <m:ctrlPr>
                                  <a:rPr lang="en-US" sz="2000" i="1"/>
                                </m:ctrlPr>
                              </m:sSubPr>
                              <m:e>
                                <m:r>
                                  <a:rPr lang="en-US" sz="2000" i="1"/>
                                  <m:t>𝑧</m:t>
                                </m:r>
                              </m:e>
                              <m:sub>
                                <m:r>
                                  <a:rPr lang="en-US" sz="2000" i="1"/>
                                  <m:t>𝑖</m:t>
                                </m:r>
                              </m:sub>
                            </m:sSub>
                          </m:sup>
                        </m:sSup>
                      </m:num>
                      <m:den>
                        <m:nary>
                          <m:naryPr>
                            <m:chr m:val="∑"/>
                            <m:limLoc m:val="undOvr"/>
                            <m:ctrlPr>
                              <a:rPr lang="en-US" sz="2000" i="1"/>
                            </m:ctrlPr>
                          </m:naryPr>
                          <m:sub>
                            <m:r>
                              <a:rPr lang="en-US" sz="2000" i="1"/>
                              <m:t>𝑗</m:t>
                            </m:r>
                            <m:r>
                              <a:rPr lang="en-US" sz="2000" i="1"/>
                              <m:t>=1</m:t>
                            </m:r>
                          </m:sub>
                          <m:sup>
                            <m:r>
                              <a:rPr lang="en-US" sz="2000" i="1"/>
                              <m:t>𝐶</m:t>
                            </m:r>
                          </m:sup>
                          <m:e>
                            <m:sSup>
                              <m:sSupPr>
                                <m:ctrlPr>
                                  <a:rPr lang="en-US" sz="2000" i="1"/>
                                </m:ctrlPr>
                              </m:sSupPr>
                              <m:e>
                                <m:r>
                                  <a:rPr lang="en-US" sz="2000" i="1"/>
                                  <m:t>𝑒</m:t>
                                </m:r>
                              </m:e>
                              <m:sup>
                                <m:sSub>
                                  <m:sSubPr>
                                    <m:ctrlPr>
                                      <a:rPr lang="en-US" sz="2000" i="1"/>
                                    </m:ctrlPr>
                                  </m:sSubPr>
                                  <m:e>
                                    <m:r>
                                      <a:rPr lang="en-US" sz="2000" i="1"/>
                                      <m:t>𝑧</m:t>
                                    </m:r>
                                  </m:e>
                                  <m:sub>
                                    <m:r>
                                      <a:rPr lang="en-US" sz="2000" i="1"/>
                                      <m:t>𝑗</m:t>
                                    </m:r>
                                  </m:sub>
                                </m:sSub>
                              </m:sup>
                            </m:sSup>
                          </m:e>
                        </m:nary>
                      </m:den>
                    </m:f>
                  </m:oMath>
                </a14:m>
                <a:r>
                  <a:rPr lang="en-US" sz="2000" i="1" dirty="0"/>
                  <a:t>		</a:t>
                </a:r>
                <a:r>
                  <a:rPr lang="en-US" sz="2000" dirty="0"/>
                  <a:t>(3</a:t>
                </a:r>
                <a:r>
                  <a:rPr lang="en-US" sz="2000" dirty="0" smtClean="0"/>
                  <a:t>)</a:t>
                </a:r>
              </a:p>
              <a:p>
                <a:endParaRPr lang="en-US" sz="1800" dirty="0" smtClean="0"/>
              </a:p>
            </p:txBody>
          </p:sp>
        </mc:Choice>
        <mc:Fallback>
          <p:sp>
            <p:nvSpPr>
              <p:cNvPr id="15362" name="Text Placeholder 3"/>
              <p:cNvSpPr txBox="1">
                <a:spLocks noGrp="1" noRot="1" noChangeAspect="1" noMove="1" noResize="1" noEditPoints="1" noAdjustHandles="1" noChangeArrowheads="1" noChangeShapeType="1" noTextEdit="1"/>
              </p:cNvSpPr>
              <p:nvPr>
                <p:ph type="body" sz="quarter" idx="1"/>
              </p:nvPr>
            </p:nvSpPr>
            <p:spPr>
              <a:xfrm>
                <a:off x="152400" y="990600"/>
                <a:ext cx="6248400" cy="5637213"/>
              </a:xfrm>
              <a:blipFill rotWithShape="1">
                <a:blip r:embed="rId2"/>
                <a:stretch>
                  <a:fillRect l="-1561" t="-1082" r="-195"/>
                </a:stretch>
              </a:blipFill>
            </p:spPr>
            <p:txBody>
              <a:bodyPr/>
              <a:lstStyle/>
              <a:p>
                <a:r>
                  <a:rPr lang="en-US">
                    <a:noFill/>
                  </a:rPr>
                  <a:t> </a:t>
                </a:r>
              </a:p>
            </p:txBody>
          </p:sp>
        </mc:Fallback>
      </mc:AlternateContent>
      <p:sp>
        <p:nvSpPr>
          <p:cNvPr id="15364" name="Slide Number Placeholder 1"/>
          <p:cNvSpPr>
            <a:spLocks noGrp="1" noChangeArrowheads="1"/>
          </p:cNvSpPr>
          <p:nvPr>
            <p:ph type="sldNum" sz="quarter" idx="22"/>
          </p:nvPr>
        </p:nvSpPr>
        <p:spPr>
          <a:xfrm>
            <a:off x="8334375" y="6415088"/>
            <a:ext cx="180975" cy="247650"/>
          </a:xfrm>
          <a:noFill/>
        </p:spPr>
        <p:txBody>
          <a:bodyPr/>
          <a:lstStyle/>
          <a:p>
            <a:fld id="{4C4DF90D-92C4-482B-9B30-2698C549B8A1}" type="slidenum">
              <a:rPr lang="en-US"/>
              <a:pPr/>
              <a:t>11</a:t>
            </a:fld>
            <a:endParaRPr lang="en-US"/>
          </a:p>
        </p:txBody>
      </p:sp>
      <p:sp>
        <p:nvSpPr>
          <p:cNvPr id="15363" name="Rectangle 2"/>
          <p:cNvSpPr txBox="1">
            <a:spLocks noChangeArrowheads="1"/>
          </p:cNvSpPr>
          <p:nvPr/>
        </p:nvSpPr>
        <p:spPr bwMode="auto">
          <a:xfrm>
            <a:off x="674688" y="30163"/>
            <a:ext cx="6443662" cy="87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9" rIns="45719" anchor="ctr"/>
          <a:lstStyle>
            <a:lvl1pPr>
              <a:defRPr sz="1300">
                <a:solidFill>
                  <a:srgbClr val="000000"/>
                </a:solidFill>
                <a:latin typeface="Calibri" pitchFamily="34" charset="0"/>
                <a:cs typeface="Calibri" pitchFamily="34" charset="0"/>
                <a:sym typeface="Calibri" pitchFamily="34" charset="0"/>
              </a:defRPr>
            </a:lvl1pPr>
            <a:lvl2pPr>
              <a:defRPr sz="1300">
                <a:solidFill>
                  <a:srgbClr val="000000"/>
                </a:solidFill>
                <a:latin typeface="Calibri" pitchFamily="34" charset="0"/>
                <a:cs typeface="Calibri" pitchFamily="34" charset="0"/>
                <a:sym typeface="Calibri" pitchFamily="34" charset="0"/>
              </a:defRPr>
            </a:lvl2pPr>
            <a:lvl3pPr>
              <a:defRPr sz="1300">
                <a:solidFill>
                  <a:srgbClr val="000000"/>
                </a:solidFill>
                <a:latin typeface="Calibri" pitchFamily="34" charset="0"/>
                <a:cs typeface="Calibri" pitchFamily="34" charset="0"/>
                <a:sym typeface="Calibri" pitchFamily="34" charset="0"/>
              </a:defRPr>
            </a:lvl3pPr>
            <a:lvl4pPr>
              <a:defRPr sz="1300">
                <a:solidFill>
                  <a:srgbClr val="000000"/>
                </a:solidFill>
                <a:latin typeface="Calibri" pitchFamily="34" charset="0"/>
                <a:cs typeface="Calibri" pitchFamily="34" charset="0"/>
                <a:sym typeface="Calibri" pitchFamily="34" charset="0"/>
              </a:defRPr>
            </a:lvl4pPr>
            <a:lvl5pPr>
              <a:defRPr sz="1300">
                <a:solidFill>
                  <a:srgbClr val="000000"/>
                </a:solidFill>
                <a:latin typeface="Calibri" pitchFamily="34" charset="0"/>
                <a:cs typeface="Calibri" pitchFamily="34" charset="0"/>
                <a:sym typeface="Calibri" pitchFamily="34" charset="0"/>
              </a:defRPr>
            </a:lvl5pPr>
            <a:lvl6pPr marL="4572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6pPr>
            <a:lvl7pPr marL="9144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7pPr>
            <a:lvl8pPr marL="13716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8pPr>
            <a:lvl9pPr marL="18288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9pPr>
          </a:lstStyle>
          <a:p>
            <a:pPr defTabSz="914400" eaLnBrk="1">
              <a:lnSpc>
                <a:spcPct val="90000"/>
              </a:lnSpc>
            </a:pPr>
            <a:r>
              <a:rPr lang="en-US" sz="2800" b="1" dirty="0">
                <a:solidFill>
                  <a:srgbClr val="FFFFFF"/>
                </a:solidFill>
              </a:rPr>
              <a:t>UNDERSTANDING THE FUNCTIONS</a:t>
            </a:r>
          </a:p>
        </p:txBody>
      </p:sp>
      <p:pic>
        <p:nvPicPr>
          <p:cNvPr id="15366" name="Picture 12" descr="Picture 1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38106" y="1524000"/>
            <a:ext cx="2532062" cy="195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pic>
        <p:nvPicPr>
          <p:cNvPr id="2050" name="Picture 2" descr="Understanding the Softmax Activation Function: A Comprehensive Guid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65494" y="4267198"/>
            <a:ext cx="2815371" cy="17156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0570842"/>
      </p:ext>
    </p:extLst>
  </p:cSld>
  <p:clrMapOvr>
    <a:masterClrMapping/>
  </p:clrMapOvr>
  <p:transition spd="med"/>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5362" name="Text Placeholder 3"/>
              <p:cNvSpPr txBox="1">
                <a:spLocks noGrp="1" noChangeArrowheads="1"/>
              </p:cNvSpPr>
              <p:nvPr>
                <p:ph type="body" sz="quarter" idx="1"/>
              </p:nvPr>
            </p:nvSpPr>
            <p:spPr>
              <a:xfrm>
                <a:off x="76200" y="609600"/>
                <a:ext cx="8915400" cy="4038600"/>
              </a:xfrm>
            </p:spPr>
            <p:txBody>
              <a:bodyPr/>
              <a:lstStyle>
                <a:lvl1pPr marL="285750" indent="-285750">
                  <a:defRPr sz="2800">
                    <a:solidFill>
                      <a:srgbClr val="000000"/>
                    </a:solidFill>
                    <a:latin typeface="Calibri" pitchFamily="34" charset="0"/>
                    <a:cs typeface="Calibri" pitchFamily="34" charset="0"/>
                    <a:sym typeface="Calibri" pitchFamily="34" charset="0"/>
                  </a:defRPr>
                </a:lvl1pPr>
                <a:lvl2pPr>
                  <a:defRPr sz="2800">
                    <a:solidFill>
                      <a:srgbClr val="000000"/>
                    </a:solidFill>
                    <a:latin typeface="Calibri" pitchFamily="34" charset="0"/>
                    <a:cs typeface="Calibri" pitchFamily="34" charset="0"/>
                    <a:sym typeface="Calibri" pitchFamily="34" charset="0"/>
                  </a:defRPr>
                </a:lvl2pPr>
                <a:lvl3pPr>
                  <a:defRPr sz="2800">
                    <a:solidFill>
                      <a:srgbClr val="000000"/>
                    </a:solidFill>
                    <a:latin typeface="Calibri" pitchFamily="34" charset="0"/>
                    <a:cs typeface="Calibri" pitchFamily="34" charset="0"/>
                    <a:sym typeface="Calibri" pitchFamily="34" charset="0"/>
                  </a:defRPr>
                </a:lvl3pPr>
                <a:lvl4pPr>
                  <a:defRPr sz="2800">
                    <a:solidFill>
                      <a:srgbClr val="000000"/>
                    </a:solidFill>
                    <a:latin typeface="Calibri" pitchFamily="34" charset="0"/>
                    <a:cs typeface="Calibri" pitchFamily="34" charset="0"/>
                    <a:sym typeface="Calibri" pitchFamily="34" charset="0"/>
                  </a:defRPr>
                </a:lvl4pPr>
                <a:lvl5pPr>
                  <a:defRPr sz="2800">
                    <a:solidFill>
                      <a:srgbClr val="000000"/>
                    </a:solidFill>
                    <a:latin typeface="Calibri" pitchFamily="34" charset="0"/>
                    <a:cs typeface="Calibri" pitchFamily="34" charset="0"/>
                    <a:sym typeface="Calibri" pitchFamily="34" charset="0"/>
                  </a:defRPr>
                </a:lvl5pPr>
                <a:lvl6pPr marL="2640013" indent="-354013" defTabSz="912813" eaLnBrk="0" fontAlgn="base" hangingPunct="0">
                  <a:spcAft>
                    <a:spcPct val="0"/>
                  </a:spcAft>
                  <a:buFont typeface="Arial" charset="0"/>
                  <a:defRPr sz="2800">
                    <a:solidFill>
                      <a:srgbClr val="000000"/>
                    </a:solidFill>
                    <a:latin typeface="Calibri" pitchFamily="34" charset="0"/>
                    <a:cs typeface="Calibri" pitchFamily="34" charset="0"/>
                    <a:sym typeface="Calibri" pitchFamily="34" charset="0"/>
                  </a:defRPr>
                </a:lvl6pPr>
                <a:lvl7pPr marL="3097213" indent="-354013" defTabSz="912813" eaLnBrk="0" fontAlgn="base" hangingPunct="0">
                  <a:spcAft>
                    <a:spcPct val="0"/>
                  </a:spcAft>
                  <a:buFont typeface="Arial" charset="0"/>
                  <a:defRPr sz="2800">
                    <a:solidFill>
                      <a:srgbClr val="000000"/>
                    </a:solidFill>
                    <a:latin typeface="Calibri" pitchFamily="34" charset="0"/>
                    <a:cs typeface="Calibri" pitchFamily="34" charset="0"/>
                    <a:sym typeface="Calibri" pitchFamily="34" charset="0"/>
                  </a:defRPr>
                </a:lvl7pPr>
                <a:lvl8pPr marL="3554413" indent="-354013" defTabSz="912813" eaLnBrk="0" fontAlgn="base" hangingPunct="0">
                  <a:spcAft>
                    <a:spcPct val="0"/>
                  </a:spcAft>
                  <a:buFont typeface="Arial" charset="0"/>
                  <a:defRPr sz="2800">
                    <a:solidFill>
                      <a:srgbClr val="000000"/>
                    </a:solidFill>
                    <a:latin typeface="Calibri" pitchFamily="34" charset="0"/>
                    <a:cs typeface="Calibri" pitchFamily="34" charset="0"/>
                    <a:sym typeface="Calibri" pitchFamily="34" charset="0"/>
                  </a:defRPr>
                </a:lvl8pPr>
                <a:lvl9pPr marL="4011613" indent="-354013" defTabSz="912813" eaLnBrk="0" fontAlgn="base" hangingPunct="0">
                  <a:spcAft>
                    <a:spcPct val="0"/>
                  </a:spcAft>
                  <a:buFont typeface="Arial" charset="0"/>
                  <a:defRPr sz="2800">
                    <a:solidFill>
                      <a:srgbClr val="000000"/>
                    </a:solidFill>
                    <a:latin typeface="Calibri" pitchFamily="34" charset="0"/>
                    <a:cs typeface="Calibri" pitchFamily="34" charset="0"/>
                    <a:sym typeface="Calibri" pitchFamily="34" charset="0"/>
                  </a:defRPr>
                </a:lvl9pPr>
              </a:lstStyle>
              <a:p>
                <a:pPr>
                  <a:buFont typeface="Arial" pitchFamily="34" charset="0"/>
                  <a:buChar char="•"/>
                </a:pPr>
                <a:endParaRPr lang="en-US" sz="1800" dirty="0" smtClean="0"/>
              </a:p>
              <a:p>
                <a:pPr>
                  <a:buFont typeface="Arial" pitchFamily="34" charset="0"/>
                  <a:buChar char="•"/>
                </a:pPr>
                <a:r>
                  <a:rPr lang="en-US" sz="1800" dirty="0" smtClean="0"/>
                  <a:t>The </a:t>
                </a:r>
                <a:r>
                  <a:rPr lang="en-US" sz="1800" dirty="0"/>
                  <a:t>log loss function is described the formula:</a:t>
                </a:r>
              </a:p>
              <a:p>
                <a:r>
                  <a:rPr lang="en-US" sz="1800" dirty="0"/>
                  <a:t>     </a:t>
                </a:r>
                <a:r>
                  <a:rPr lang="en-US" sz="1800" dirty="0"/>
                  <a:t>	 </a:t>
                </a:r>
                <a:r>
                  <a:rPr lang="en-US" sz="1800" dirty="0" smtClean="0"/>
                  <a:t>		L </a:t>
                </a:r>
                <a:r>
                  <a:rPr lang="en-US" sz="1800" dirty="0"/>
                  <a:t>= </a:t>
                </a:r>
                <a14:m>
                  <m:oMath xmlns:m="http://schemas.openxmlformats.org/officeDocument/2006/math">
                    <m:r>
                      <a:rPr lang="en-US" sz="1800" i="1">
                        <a:latin typeface="Cambria Math"/>
                      </a:rPr>
                      <m:t>−</m:t>
                    </m:r>
                    <m:nary>
                      <m:naryPr>
                        <m:chr m:val="∑"/>
                        <m:limLoc m:val="undOvr"/>
                        <m:ctrlPr>
                          <a:rPr lang="en-US" sz="1800" i="1">
                            <a:latin typeface="Cambria Math"/>
                          </a:rPr>
                        </m:ctrlPr>
                      </m:naryPr>
                      <m:sub>
                        <m:r>
                          <a:rPr lang="en-US" sz="1800" i="1">
                            <a:latin typeface="Cambria Math"/>
                          </a:rPr>
                          <m:t>𝑖</m:t>
                        </m:r>
                        <m:r>
                          <a:rPr lang="en-US" sz="1800" i="1">
                            <a:latin typeface="Cambria Math"/>
                          </a:rPr>
                          <m:t>=1</m:t>
                        </m:r>
                      </m:sub>
                      <m:sup>
                        <m:r>
                          <a:rPr lang="en-US" sz="1800" i="1">
                            <a:latin typeface="Cambria Math"/>
                          </a:rPr>
                          <m:t>𝐶</m:t>
                        </m:r>
                      </m:sup>
                      <m:e>
                        <m:sSub>
                          <m:sSubPr>
                            <m:ctrlPr>
                              <a:rPr lang="en-US" sz="1800" i="1">
                                <a:latin typeface="Cambria Math"/>
                              </a:rPr>
                            </m:ctrlPr>
                          </m:sSubPr>
                          <m:e>
                            <m:r>
                              <a:rPr lang="en-US" sz="1800" i="1">
                                <a:latin typeface="Cambria Math"/>
                              </a:rPr>
                              <m:t>𝑦</m:t>
                            </m:r>
                          </m:e>
                          <m:sub>
                            <m:r>
                              <a:rPr lang="en-US" sz="1800" i="1">
                                <a:latin typeface="Cambria Math"/>
                              </a:rPr>
                              <m:t>𝑖</m:t>
                            </m:r>
                          </m:sub>
                        </m:sSub>
                        <m:r>
                          <a:rPr lang="en-US" sz="1800" i="1">
                            <a:latin typeface="Cambria Math"/>
                          </a:rPr>
                          <m:t>∙</m:t>
                        </m:r>
                        <m:func>
                          <m:funcPr>
                            <m:ctrlPr>
                              <a:rPr lang="en-US" sz="1800" i="1">
                                <a:latin typeface="Cambria Math"/>
                              </a:rPr>
                            </m:ctrlPr>
                          </m:funcPr>
                          <m:fName>
                            <m:r>
                              <m:rPr>
                                <m:sty m:val="p"/>
                              </m:rPr>
                              <a:rPr lang="en-US" sz="1800">
                                <a:latin typeface="Cambria Math"/>
                              </a:rPr>
                              <m:t>log</m:t>
                            </m:r>
                          </m:fName>
                          <m:e>
                            <m:r>
                              <a:rPr lang="en-US" sz="1800" i="1">
                                <a:latin typeface="Cambria Math"/>
                              </a:rPr>
                              <m:t>(</m:t>
                            </m:r>
                          </m:e>
                        </m:func>
                      </m:e>
                    </m:nary>
                    <m:sSub>
                      <m:sSubPr>
                        <m:ctrlPr>
                          <a:rPr lang="en-US" sz="1800" i="1">
                            <a:latin typeface="Cambria Math"/>
                          </a:rPr>
                        </m:ctrlPr>
                      </m:sSubPr>
                      <m:e>
                        <m:acc>
                          <m:accPr>
                            <m:chr m:val="̂"/>
                            <m:ctrlPr>
                              <a:rPr lang="en-US" sz="1800" i="1">
                                <a:latin typeface="Cambria Math"/>
                              </a:rPr>
                            </m:ctrlPr>
                          </m:accPr>
                          <m:e>
                            <m:r>
                              <a:rPr lang="en-US" sz="1800" i="1">
                                <a:latin typeface="Cambria Math"/>
                              </a:rPr>
                              <m:t>𝑦</m:t>
                            </m:r>
                          </m:e>
                        </m:acc>
                      </m:e>
                      <m:sub>
                        <m:r>
                          <a:rPr lang="en-US" sz="1800" i="1">
                            <a:latin typeface="Cambria Math"/>
                          </a:rPr>
                          <m:t>𝑖</m:t>
                        </m:r>
                      </m:sub>
                    </m:sSub>
                    <m:r>
                      <a:rPr lang="en-US" sz="1800" i="1">
                        <a:latin typeface="Cambria Math"/>
                      </a:rPr>
                      <m:t>)</m:t>
                    </m:r>
                  </m:oMath>
                </a14:m>
                <a:r>
                  <a:rPr lang="en-US" sz="1800" i="1" dirty="0"/>
                  <a:t>		</a:t>
                </a:r>
                <a:r>
                  <a:rPr lang="en-US" sz="1800" dirty="0"/>
                  <a:t>(4</a:t>
                </a:r>
                <a:r>
                  <a:rPr lang="en-US" sz="1800" dirty="0" smtClean="0"/>
                  <a:t>)</a:t>
                </a:r>
              </a:p>
              <a:p>
                <a:endParaRPr lang="en-US" sz="1000" dirty="0" smtClean="0"/>
              </a:p>
              <a:p>
                <a:pPr>
                  <a:buFont typeface="Arial" pitchFamily="34" charset="0"/>
                  <a:buChar char="•"/>
                </a:pPr>
                <a:r>
                  <a:rPr lang="en-US" sz="1800" dirty="0" smtClean="0"/>
                  <a:t>The </a:t>
                </a:r>
                <a:r>
                  <a:rPr lang="en-US" sz="1800" dirty="0"/>
                  <a:t>new values for the weights and biases in all layers are obtained using the formulas:</a:t>
                </a:r>
              </a:p>
              <a:p>
                <a:r>
                  <a:rPr lang="en-US" sz="1800" dirty="0" smtClean="0"/>
                  <a:t>			</a:t>
                </a:r>
                <a:r>
                  <a:rPr lang="en-US" sz="1800" dirty="0"/>
                  <a:t> </a:t>
                </a:r>
                <a14:m>
                  <m:oMath xmlns:m="http://schemas.openxmlformats.org/officeDocument/2006/math">
                    <m:r>
                      <a:rPr lang="en-US" sz="1800" i="1"/>
                      <m:t> </m:t>
                    </m:r>
                    <m:sSub>
                      <m:sSubPr>
                        <m:ctrlPr>
                          <a:rPr lang="en-US" sz="1800" i="1"/>
                        </m:ctrlPr>
                      </m:sSubPr>
                      <m:e>
                        <m:r>
                          <a:rPr lang="en-US" sz="1800" i="1"/>
                          <m:t>𝑤</m:t>
                        </m:r>
                      </m:e>
                      <m:sub>
                        <m:r>
                          <a:rPr lang="en-US" sz="1800" i="1"/>
                          <m:t>𝑛𝑒𝑤</m:t>
                        </m:r>
                      </m:sub>
                    </m:sSub>
                    <m:r>
                      <a:rPr lang="en-US" sz="1800" i="1"/>
                      <m:t>=</m:t>
                    </m:r>
                    <m:sSub>
                      <m:sSubPr>
                        <m:ctrlPr>
                          <a:rPr lang="en-US" sz="1800" i="1"/>
                        </m:ctrlPr>
                      </m:sSubPr>
                      <m:e>
                        <m:r>
                          <a:rPr lang="en-US" sz="1800" i="1"/>
                          <m:t>𝑤</m:t>
                        </m:r>
                      </m:e>
                      <m:sub>
                        <m:r>
                          <a:rPr lang="en-US" sz="1800" i="1"/>
                          <m:t>𝑜𝑙𝑑</m:t>
                        </m:r>
                      </m:sub>
                    </m:sSub>
                    <m:r>
                      <a:rPr lang="en-US" sz="1800" i="1"/>
                      <m:t>− </m:t>
                    </m:r>
                    <m:r>
                      <a:rPr lang="en-US" sz="1800" i="1"/>
                      <m:t>𝜂</m:t>
                    </m:r>
                    <m:f>
                      <m:fPr>
                        <m:ctrlPr>
                          <a:rPr lang="en-US" sz="1800" i="1"/>
                        </m:ctrlPr>
                      </m:fPr>
                      <m:num>
                        <m:r>
                          <a:rPr lang="en-US" sz="1800" i="1"/>
                          <m:t>𝜕</m:t>
                        </m:r>
                        <m:r>
                          <a:rPr lang="en-US" sz="1800" i="1"/>
                          <m:t>𝐿</m:t>
                        </m:r>
                      </m:num>
                      <m:den>
                        <m:r>
                          <a:rPr lang="en-US" sz="1800" i="1"/>
                          <m:t>𝜕</m:t>
                        </m:r>
                        <m:r>
                          <a:rPr lang="en-US" sz="1800" i="1"/>
                          <m:t>𝑤</m:t>
                        </m:r>
                      </m:den>
                    </m:f>
                  </m:oMath>
                </a14:m>
                <a:r>
                  <a:rPr lang="en-US" sz="1800" i="1" dirty="0"/>
                  <a:t>		</a:t>
                </a:r>
                <a:r>
                  <a:rPr lang="en-US" sz="1800" dirty="0"/>
                  <a:t>(5)</a:t>
                </a:r>
              </a:p>
              <a:p>
                <a:r>
                  <a:rPr lang="en-US" sz="1800" dirty="0"/>
                  <a:t> </a:t>
                </a:r>
                <a:r>
                  <a:rPr lang="en-US" sz="1800" dirty="0" smtClean="0"/>
                  <a:t>			  </a:t>
                </a:r>
                <a14:m>
                  <m:oMath xmlns:m="http://schemas.openxmlformats.org/officeDocument/2006/math">
                    <m:sSub>
                      <m:sSubPr>
                        <m:ctrlPr>
                          <a:rPr lang="en-US" sz="1800" i="1"/>
                        </m:ctrlPr>
                      </m:sSubPr>
                      <m:e>
                        <m:r>
                          <a:rPr lang="en-US" sz="1800" i="1"/>
                          <m:t>𝑏</m:t>
                        </m:r>
                      </m:e>
                      <m:sub>
                        <m:r>
                          <a:rPr lang="en-US" sz="1800" i="1"/>
                          <m:t>𝑛𝑒𝑤</m:t>
                        </m:r>
                      </m:sub>
                    </m:sSub>
                    <m:r>
                      <a:rPr lang="en-US" sz="1800" i="1"/>
                      <m:t>=</m:t>
                    </m:r>
                    <m:sSub>
                      <m:sSubPr>
                        <m:ctrlPr>
                          <a:rPr lang="en-US" sz="1800" i="1"/>
                        </m:ctrlPr>
                      </m:sSubPr>
                      <m:e>
                        <m:r>
                          <a:rPr lang="en-US" sz="1800" i="1"/>
                          <m:t>𝑏</m:t>
                        </m:r>
                      </m:e>
                      <m:sub>
                        <m:r>
                          <a:rPr lang="en-US" sz="1800" i="1"/>
                          <m:t>𝑜𝑙𝑑</m:t>
                        </m:r>
                      </m:sub>
                    </m:sSub>
                    <m:r>
                      <a:rPr lang="en-US" sz="1800" i="1"/>
                      <m:t>− </m:t>
                    </m:r>
                    <m:r>
                      <a:rPr lang="en-US" sz="1800" i="1"/>
                      <m:t>𝜂</m:t>
                    </m:r>
                    <m:f>
                      <m:fPr>
                        <m:ctrlPr>
                          <a:rPr lang="en-US" sz="1800" i="1"/>
                        </m:ctrlPr>
                      </m:fPr>
                      <m:num>
                        <m:r>
                          <a:rPr lang="en-US" sz="1800" i="1"/>
                          <m:t>𝜕</m:t>
                        </m:r>
                        <m:r>
                          <a:rPr lang="en-US" sz="1800" i="1"/>
                          <m:t>𝐿</m:t>
                        </m:r>
                      </m:num>
                      <m:den>
                        <m:r>
                          <a:rPr lang="en-US" sz="1800" i="1"/>
                          <m:t>𝜕</m:t>
                        </m:r>
                        <m:r>
                          <a:rPr lang="en-US" sz="1800" i="1"/>
                          <m:t>𝑏</m:t>
                        </m:r>
                      </m:den>
                    </m:f>
                  </m:oMath>
                </a14:m>
                <a:r>
                  <a:rPr lang="en-US" sz="1800" i="1" dirty="0"/>
                  <a:t>		</a:t>
                </a:r>
                <a:r>
                  <a:rPr lang="en-US" sz="1800" dirty="0"/>
                  <a:t>(6</a:t>
                </a:r>
                <a:r>
                  <a:rPr lang="en-US" sz="1800" dirty="0" smtClean="0"/>
                  <a:t>)</a:t>
                </a:r>
              </a:p>
              <a:p>
                <a:endParaRPr lang="en-US" sz="1000" dirty="0"/>
              </a:p>
              <a:p>
                <a:pPr>
                  <a:buFont typeface="Arial" pitchFamily="34" charset="0"/>
                  <a:buChar char="•"/>
                </a:pPr>
                <a:r>
                  <a:rPr lang="en-US" sz="1800" dirty="0"/>
                  <a:t>The accuracy of the model is calculated using the formula:</a:t>
                </a:r>
              </a:p>
              <a:p>
                <a:r>
                  <a:rPr lang="en-US" sz="1800" dirty="0" smtClean="0"/>
                  <a:t>	      		</a:t>
                </a:r>
                <a:r>
                  <a:rPr lang="en-US" sz="1800" dirty="0"/>
                  <a:t>Accuracy </a:t>
                </a:r>
                <a14:m>
                  <m:oMath xmlns:m="http://schemas.openxmlformats.org/officeDocument/2006/math">
                    <m:r>
                      <a:rPr lang="en-US" sz="1800" i="1"/>
                      <m:t> =</m:t>
                    </m:r>
                    <m:f>
                      <m:fPr>
                        <m:ctrlPr>
                          <a:rPr lang="en-US" sz="1800" i="1"/>
                        </m:ctrlPr>
                      </m:fPr>
                      <m:num>
                        <m:r>
                          <a:rPr lang="en-US" sz="1800" i="1"/>
                          <m:t>1</m:t>
                        </m:r>
                      </m:num>
                      <m:den>
                        <m:r>
                          <a:rPr lang="en-US" sz="1800" i="1"/>
                          <m:t>𝑁</m:t>
                        </m:r>
                      </m:den>
                    </m:f>
                    <m:nary>
                      <m:naryPr>
                        <m:chr m:val="∑"/>
                        <m:limLoc m:val="undOvr"/>
                        <m:ctrlPr>
                          <a:rPr lang="en-US" sz="1800" i="1"/>
                        </m:ctrlPr>
                      </m:naryPr>
                      <m:sub>
                        <m:r>
                          <a:rPr lang="en-US" sz="1800" i="1"/>
                          <m:t>𝑖</m:t>
                        </m:r>
                        <m:r>
                          <a:rPr lang="en-US" sz="1800" i="1"/>
                          <m:t>=1</m:t>
                        </m:r>
                      </m:sub>
                      <m:sup>
                        <m:r>
                          <a:rPr lang="en-US" sz="1800" i="1"/>
                          <m:t>𝑁</m:t>
                        </m:r>
                      </m:sup>
                      <m:e>
                        <m:r>
                          <a:rPr lang="en-US" sz="1800" i="1"/>
                          <m:t>1(</m:t>
                        </m:r>
                      </m:e>
                    </m:nary>
                    <m:sSub>
                      <m:sSubPr>
                        <m:ctrlPr>
                          <a:rPr lang="en-US" sz="1800" i="1"/>
                        </m:ctrlPr>
                      </m:sSubPr>
                      <m:e>
                        <m:acc>
                          <m:accPr>
                            <m:chr m:val="̂"/>
                            <m:ctrlPr>
                              <a:rPr lang="en-US" sz="1800" i="1"/>
                            </m:ctrlPr>
                          </m:accPr>
                          <m:e>
                            <m:r>
                              <a:rPr lang="en-US" sz="1800" i="1"/>
                              <m:t>𝑦</m:t>
                            </m:r>
                          </m:e>
                        </m:acc>
                      </m:e>
                      <m:sub>
                        <m:r>
                          <a:rPr lang="en-US" sz="1800" i="1"/>
                          <m:t>𝑖</m:t>
                        </m:r>
                      </m:sub>
                    </m:sSub>
                  </m:oMath>
                </a14:m>
                <a:r>
                  <a:rPr lang="en-US" sz="1800" dirty="0"/>
                  <a:t> = </a:t>
                </a:r>
                <a14:m>
                  <m:oMath xmlns:m="http://schemas.openxmlformats.org/officeDocument/2006/math">
                    <m:sSub>
                      <m:sSubPr>
                        <m:ctrlPr>
                          <a:rPr lang="en-US" sz="1800" i="1"/>
                        </m:ctrlPr>
                      </m:sSubPr>
                      <m:e>
                        <m:r>
                          <a:rPr lang="en-US" sz="1800" i="1"/>
                          <m:t>𝑦</m:t>
                        </m:r>
                      </m:e>
                      <m:sub>
                        <m:r>
                          <a:rPr lang="en-US" sz="1800" i="1"/>
                          <m:t>𝑖</m:t>
                        </m:r>
                      </m:sub>
                    </m:sSub>
                  </m:oMath>
                </a14:m>
                <a:r>
                  <a:rPr lang="en-US" sz="1800" dirty="0"/>
                  <a:t>) </a:t>
                </a:r>
                <a:r>
                  <a:rPr lang="en-US" sz="1800" i="1" dirty="0"/>
                  <a:t>	</a:t>
                </a:r>
                <a:r>
                  <a:rPr lang="en-US" sz="1800" dirty="0" smtClean="0"/>
                  <a:t>(</a:t>
                </a:r>
                <a:r>
                  <a:rPr lang="en-US" sz="1800" dirty="0"/>
                  <a:t>7)</a:t>
                </a:r>
              </a:p>
              <a:p>
                <a:pPr algn="just" eaLnBrk="1" hangingPunct="1">
                  <a:buSzPct val="100000"/>
                  <a:buFont typeface="Arial" charset="0"/>
                  <a:buChar char="•"/>
                </a:pPr>
                <a:endParaRPr lang="en-US" sz="1800" dirty="0" smtClean="0"/>
              </a:p>
            </p:txBody>
          </p:sp>
        </mc:Choice>
        <mc:Fallback>
          <p:sp>
            <p:nvSpPr>
              <p:cNvPr id="15362" name="Text Placeholder 3"/>
              <p:cNvSpPr txBox="1">
                <a:spLocks noGrp="1" noRot="1" noChangeAspect="1" noMove="1" noResize="1" noEditPoints="1" noAdjustHandles="1" noChangeArrowheads="1" noChangeShapeType="1" noTextEdit="1"/>
              </p:cNvSpPr>
              <p:nvPr>
                <p:ph type="body" sz="quarter" idx="1"/>
              </p:nvPr>
            </p:nvSpPr>
            <p:spPr>
              <a:xfrm>
                <a:off x="76200" y="609600"/>
                <a:ext cx="8915400" cy="4038600"/>
              </a:xfrm>
              <a:blipFill rotWithShape="1">
                <a:blip r:embed="rId2"/>
                <a:stretch>
                  <a:fillRect l="-958" b="-10860"/>
                </a:stretch>
              </a:blipFill>
            </p:spPr>
            <p:txBody>
              <a:bodyPr/>
              <a:lstStyle/>
              <a:p>
                <a:r>
                  <a:rPr lang="en-US">
                    <a:noFill/>
                  </a:rPr>
                  <a:t> </a:t>
                </a:r>
              </a:p>
            </p:txBody>
          </p:sp>
        </mc:Fallback>
      </mc:AlternateContent>
      <p:sp>
        <p:nvSpPr>
          <p:cNvPr id="15364" name="Slide Number Placeholder 1"/>
          <p:cNvSpPr>
            <a:spLocks noGrp="1" noChangeArrowheads="1"/>
          </p:cNvSpPr>
          <p:nvPr>
            <p:ph type="sldNum" sz="quarter" idx="22"/>
          </p:nvPr>
        </p:nvSpPr>
        <p:spPr>
          <a:xfrm>
            <a:off x="8334375" y="6415088"/>
            <a:ext cx="180975" cy="247650"/>
          </a:xfrm>
          <a:noFill/>
        </p:spPr>
        <p:txBody>
          <a:bodyPr/>
          <a:lstStyle/>
          <a:p>
            <a:fld id="{4C4DF90D-92C4-482B-9B30-2698C549B8A1}" type="slidenum">
              <a:rPr lang="en-US"/>
              <a:pPr/>
              <a:t>12</a:t>
            </a:fld>
            <a:endParaRPr lang="en-US"/>
          </a:p>
        </p:txBody>
      </p:sp>
      <p:sp>
        <p:nvSpPr>
          <p:cNvPr id="15363" name="Rectangle 2"/>
          <p:cNvSpPr txBox="1">
            <a:spLocks noChangeArrowheads="1"/>
          </p:cNvSpPr>
          <p:nvPr/>
        </p:nvSpPr>
        <p:spPr bwMode="auto">
          <a:xfrm>
            <a:off x="674688" y="30163"/>
            <a:ext cx="6443662" cy="87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9" rIns="45719" anchor="ctr"/>
          <a:lstStyle>
            <a:lvl1pPr>
              <a:defRPr sz="1300">
                <a:solidFill>
                  <a:srgbClr val="000000"/>
                </a:solidFill>
                <a:latin typeface="Calibri" pitchFamily="34" charset="0"/>
                <a:cs typeface="Calibri" pitchFamily="34" charset="0"/>
                <a:sym typeface="Calibri" pitchFamily="34" charset="0"/>
              </a:defRPr>
            </a:lvl1pPr>
            <a:lvl2pPr>
              <a:defRPr sz="1300">
                <a:solidFill>
                  <a:srgbClr val="000000"/>
                </a:solidFill>
                <a:latin typeface="Calibri" pitchFamily="34" charset="0"/>
                <a:cs typeface="Calibri" pitchFamily="34" charset="0"/>
                <a:sym typeface="Calibri" pitchFamily="34" charset="0"/>
              </a:defRPr>
            </a:lvl2pPr>
            <a:lvl3pPr>
              <a:defRPr sz="1300">
                <a:solidFill>
                  <a:srgbClr val="000000"/>
                </a:solidFill>
                <a:latin typeface="Calibri" pitchFamily="34" charset="0"/>
                <a:cs typeface="Calibri" pitchFamily="34" charset="0"/>
                <a:sym typeface="Calibri" pitchFamily="34" charset="0"/>
              </a:defRPr>
            </a:lvl3pPr>
            <a:lvl4pPr>
              <a:defRPr sz="1300">
                <a:solidFill>
                  <a:srgbClr val="000000"/>
                </a:solidFill>
                <a:latin typeface="Calibri" pitchFamily="34" charset="0"/>
                <a:cs typeface="Calibri" pitchFamily="34" charset="0"/>
                <a:sym typeface="Calibri" pitchFamily="34" charset="0"/>
              </a:defRPr>
            </a:lvl4pPr>
            <a:lvl5pPr>
              <a:defRPr sz="1300">
                <a:solidFill>
                  <a:srgbClr val="000000"/>
                </a:solidFill>
                <a:latin typeface="Calibri" pitchFamily="34" charset="0"/>
                <a:cs typeface="Calibri" pitchFamily="34" charset="0"/>
                <a:sym typeface="Calibri" pitchFamily="34" charset="0"/>
              </a:defRPr>
            </a:lvl5pPr>
            <a:lvl6pPr marL="4572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6pPr>
            <a:lvl7pPr marL="9144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7pPr>
            <a:lvl8pPr marL="13716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8pPr>
            <a:lvl9pPr marL="18288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9pPr>
          </a:lstStyle>
          <a:p>
            <a:pPr defTabSz="914400" eaLnBrk="1">
              <a:lnSpc>
                <a:spcPct val="90000"/>
              </a:lnSpc>
            </a:pPr>
            <a:r>
              <a:rPr lang="en-US" sz="2800" b="1" dirty="0">
                <a:solidFill>
                  <a:srgbClr val="FFFFFF"/>
                </a:solidFill>
              </a:rPr>
              <a:t>UNDERSTANDING THE </a:t>
            </a:r>
            <a:r>
              <a:rPr lang="en-US" sz="2800" b="1" dirty="0" smtClean="0">
                <a:solidFill>
                  <a:srgbClr val="FFFFFF"/>
                </a:solidFill>
              </a:rPr>
              <a:t>FUNCTIONS (CONT.)</a:t>
            </a:r>
            <a:endParaRPr lang="en-US" sz="2800" b="1" dirty="0">
              <a:solidFill>
                <a:srgbClr val="FFFFFF"/>
              </a:solidFill>
            </a:endParaRPr>
          </a:p>
        </p:txBody>
      </p:sp>
      <p:pic>
        <p:nvPicPr>
          <p:cNvPr id="3074" name="Picture 2" descr="A basic explanation how the gradient descent is determined during  back-propagation | by Anass El Fares | Medium"/>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81200" y="4495800"/>
            <a:ext cx="4984750" cy="2133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0203163"/>
      </p:ext>
    </p:extLst>
  </p:cSld>
  <p:clrMapOvr>
    <a:masterClrMapping/>
  </p:clrMapOvr>
  <p:transition spd="med"/>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Placeholder 3"/>
          <p:cNvSpPr txBox="1">
            <a:spLocks noGrp="1" noChangeArrowheads="1"/>
          </p:cNvSpPr>
          <p:nvPr>
            <p:ph type="body" sz="quarter" idx="1"/>
          </p:nvPr>
        </p:nvSpPr>
        <p:spPr>
          <a:xfrm>
            <a:off x="152400" y="990600"/>
            <a:ext cx="6248400" cy="5637213"/>
          </a:xfrm>
        </p:spPr>
        <p:txBody>
          <a:bodyPr/>
          <a:lstStyle>
            <a:lvl1pPr marL="285750" indent="-285750">
              <a:defRPr sz="2800">
                <a:solidFill>
                  <a:srgbClr val="000000"/>
                </a:solidFill>
                <a:latin typeface="Calibri" pitchFamily="34" charset="0"/>
                <a:cs typeface="Calibri" pitchFamily="34" charset="0"/>
                <a:sym typeface="Calibri" pitchFamily="34" charset="0"/>
              </a:defRPr>
            </a:lvl1pPr>
            <a:lvl2pPr>
              <a:defRPr sz="2800">
                <a:solidFill>
                  <a:srgbClr val="000000"/>
                </a:solidFill>
                <a:latin typeface="Calibri" pitchFamily="34" charset="0"/>
                <a:cs typeface="Calibri" pitchFamily="34" charset="0"/>
                <a:sym typeface="Calibri" pitchFamily="34" charset="0"/>
              </a:defRPr>
            </a:lvl2pPr>
            <a:lvl3pPr>
              <a:defRPr sz="2800">
                <a:solidFill>
                  <a:srgbClr val="000000"/>
                </a:solidFill>
                <a:latin typeface="Calibri" pitchFamily="34" charset="0"/>
                <a:cs typeface="Calibri" pitchFamily="34" charset="0"/>
                <a:sym typeface="Calibri" pitchFamily="34" charset="0"/>
              </a:defRPr>
            </a:lvl3pPr>
            <a:lvl4pPr>
              <a:defRPr sz="2800">
                <a:solidFill>
                  <a:srgbClr val="000000"/>
                </a:solidFill>
                <a:latin typeface="Calibri" pitchFamily="34" charset="0"/>
                <a:cs typeface="Calibri" pitchFamily="34" charset="0"/>
                <a:sym typeface="Calibri" pitchFamily="34" charset="0"/>
              </a:defRPr>
            </a:lvl4pPr>
            <a:lvl5pPr>
              <a:defRPr sz="2800">
                <a:solidFill>
                  <a:srgbClr val="000000"/>
                </a:solidFill>
                <a:latin typeface="Calibri" pitchFamily="34" charset="0"/>
                <a:cs typeface="Calibri" pitchFamily="34" charset="0"/>
                <a:sym typeface="Calibri" pitchFamily="34" charset="0"/>
              </a:defRPr>
            </a:lvl5pPr>
            <a:lvl6pPr marL="2640013" indent="-354013" defTabSz="912813" eaLnBrk="0" fontAlgn="base" hangingPunct="0">
              <a:spcAft>
                <a:spcPct val="0"/>
              </a:spcAft>
              <a:buFont typeface="Arial" charset="0"/>
              <a:defRPr sz="2800">
                <a:solidFill>
                  <a:srgbClr val="000000"/>
                </a:solidFill>
                <a:latin typeface="Calibri" pitchFamily="34" charset="0"/>
                <a:cs typeface="Calibri" pitchFamily="34" charset="0"/>
                <a:sym typeface="Calibri" pitchFamily="34" charset="0"/>
              </a:defRPr>
            </a:lvl6pPr>
            <a:lvl7pPr marL="3097213" indent="-354013" defTabSz="912813" eaLnBrk="0" fontAlgn="base" hangingPunct="0">
              <a:spcAft>
                <a:spcPct val="0"/>
              </a:spcAft>
              <a:buFont typeface="Arial" charset="0"/>
              <a:defRPr sz="2800">
                <a:solidFill>
                  <a:srgbClr val="000000"/>
                </a:solidFill>
                <a:latin typeface="Calibri" pitchFamily="34" charset="0"/>
                <a:cs typeface="Calibri" pitchFamily="34" charset="0"/>
                <a:sym typeface="Calibri" pitchFamily="34" charset="0"/>
              </a:defRPr>
            </a:lvl7pPr>
            <a:lvl8pPr marL="3554413" indent="-354013" defTabSz="912813" eaLnBrk="0" fontAlgn="base" hangingPunct="0">
              <a:spcAft>
                <a:spcPct val="0"/>
              </a:spcAft>
              <a:buFont typeface="Arial" charset="0"/>
              <a:defRPr sz="2800">
                <a:solidFill>
                  <a:srgbClr val="000000"/>
                </a:solidFill>
                <a:latin typeface="Calibri" pitchFamily="34" charset="0"/>
                <a:cs typeface="Calibri" pitchFamily="34" charset="0"/>
                <a:sym typeface="Calibri" pitchFamily="34" charset="0"/>
              </a:defRPr>
            </a:lvl8pPr>
            <a:lvl9pPr marL="4011613" indent="-354013" defTabSz="912813" eaLnBrk="0" fontAlgn="base" hangingPunct="0">
              <a:spcAft>
                <a:spcPct val="0"/>
              </a:spcAft>
              <a:buFont typeface="Arial" charset="0"/>
              <a:defRPr sz="2800">
                <a:solidFill>
                  <a:srgbClr val="000000"/>
                </a:solidFill>
                <a:latin typeface="Calibri" pitchFamily="34" charset="0"/>
                <a:cs typeface="Calibri" pitchFamily="34" charset="0"/>
                <a:sym typeface="Calibri" pitchFamily="34" charset="0"/>
              </a:defRPr>
            </a:lvl9pPr>
          </a:lstStyle>
          <a:p>
            <a:pPr>
              <a:buFont typeface="Arial" pitchFamily="34" charset="0"/>
              <a:buChar char="•"/>
            </a:pPr>
            <a:endParaRPr lang="en-US" sz="1800" dirty="0" smtClean="0"/>
          </a:p>
          <a:p>
            <a:pPr marL="0" indent="0"/>
            <a:r>
              <a:rPr lang="en-US" sz="2400" dirty="0"/>
              <a:t>O</a:t>
            </a:r>
            <a:r>
              <a:rPr lang="en-US" sz="2400" dirty="0" smtClean="0"/>
              <a:t>ur </a:t>
            </a:r>
            <a:r>
              <a:rPr lang="en-US" sz="2400" dirty="0" err="1" smtClean="0"/>
              <a:t>hyperparameters</a:t>
            </a:r>
            <a:r>
              <a:rPr lang="en-US" sz="2400" dirty="0" smtClean="0"/>
              <a:t> have </a:t>
            </a:r>
            <a:r>
              <a:rPr lang="en-US" sz="2400" dirty="0"/>
              <a:t>the following fixed values</a:t>
            </a:r>
            <a:r>
              <a:rPr lang="en-US" sz="2400" dirty="0" smtClean="0"/>
              <a:t>:</a:t>
            </a:r>
          </a:p>
          <a:p>
            <a:pPr marL="285750" lvl="1" indent="-285750">
              <a:buFont typeface="Arial" pitchFamily="34" charset="0"/>
              <a:buChar char="•"/>
            </a:pPr>
            <a:r>
              <a:rPr lang="en-US" sz="2400" dirty="0"/>
              <a:t>number of neurons in the hidden layer = </a:t>
            </a:r>
            <a:r>
              <a:rPr lang="en-US" sz="2400" dirty="0" smtClean="0"/>
              <a:t>128</a:t>
            </a:r>
          </a:p>
          <a:p>
            <a:pPr marL="285750" lvl="1" indent="-285750">
              <a:buFont typeface="Arial" pitchFamily="34" charset="0"/>
              <a:buChar char="•"/>
            </a:pPr>
            <a:r>
              <a:rPr lang="en-US" sz="2400" dirty="0" smtClean="0"/>
              <a:t>number </a:t>
            </a:r>
            <a:r>
              <a:rPr lang="en-US" sz="2400" dirty="0"/>
              <a:t>of epochs = </a:t>
            </a:r>
            <a:r>
              <a:rPr lang="en-US" sz="2400" dirty="0" smtClean="0"/>
              <a:t>15</a:t>
            </a:r>
          </a:p>
          <a:p>
            <a:pPr marL="285750" lvl="1" indent="-285750">
              <a:buFont typeface="Arial" pitchFamily="34" charset="0"/>
              <a:buChar char="•"/>
            </a:pPr>
            <a:r>
              <a:rPr lang="en-US" sz="2400" dirty="0" smtClean="0"/>
              <a:t> </a:t>
            </a:r>
            <a:r>
              <a:rPr lang="en-US" sz="2400" dirty="0"/>
              <a:t>learning rate = </a:t>
            </a:r>
            <a:r>
              <a:rPr lang="en-US" sz="2400" dirty="0" smtClean="0"/>
              <a:t>0.001</a:t>
            </a:r>
          </a:p>
          <a:p>
            <a:pPr marL="285750" lvl="1" indent="-285750">
              <a:buFont typeface="Arial" pitchFamily="34" charset="0"/>
              <a:buChar char="•"/>
            </a:pPr>
            <a:r>
              <a:rPr lang="en-US" sz="2400" dirty="0" smtClean="0"/>
              <a:t> </a:t>
            </a:r>
            <a:r>
              <a:rPr lang="en-US" sz="2400" dirty="0"/>
              <a:t>batch size = </a:t>
            </a:r>
            <a:r>
              <a:rPr lang="en-US" sz="2400" dirty="0" smtClean="0"/>
              <a:t>64</a:t>
            </a:r>
          </a:p>
          <a:p>
            <a:pPr marL="285750" lvl="1" indent="-285750">
              <a:buFont typeface="Arial" pitchFamily="34" charset="0"/>
              <a:buChar char="•"/>
            </a:pPr>
            <a:r>
              <a:rPr lang="en-US" sz="2400" dirty="0" smtClean="0"/>
              <a:t>number </a:t>
            </a:r>
            <a:r>
              <a:rPr lang="en-US" sz="2400" dirty="0"/>
              <a:t>of hidden layers = </a:t>
            </a:r>
            <a:r>
              <a:rPr lang="en-US" sz="2400" dirty="0" smtClean="0"/>
              <a:t>1</a:t>
            </a:r>
          </a:p>
          <a:p>
            <a:pPr marL="285750" lvl="1" indent="-285750">
              <a:buFont typeface="Arial" pitchFamily="34" charset="0"/>
              <a:buChar char="•"/>
            </a:pPr>
            <a:r>
              <a:rPr lang="en-US" sz="2400" dirty="0" smtClean="0"/>
              <a:t> </a:t>
            </a:r>
            <a:r>
              <a:rPr lang="en-US" sz="2400" dirty="0"/>
              <a:t>number of filters in the first dynamic convolutional layer = 32, </a:t>
            </a:r>
            <a:endParaRPr lang="en-US" sz="2400" dirty="0"/>
          </a:p>
          <a:p>
            <a:pPr marL="285750" lvl="1" indent="-285750">
              <a:buFont typeface="Arial" pitchFamily="34" charset="0"/>
              <a:buChar char="•"/>
            </a:pPr>
            <a:r>
              <a:rPr lang="en-US" sz="2400" dirty="0" smtClean="0"/>
              <a:t>number </a:t>
            </a:r>
            <a:r>
              <a:rPr lang="en-US" sz="2400" dirty="0"/>
              <a:t>of filters in the second dynamic convolutional layer = 64.</a:t>
            </a:r>
            <a:r>
              <a:rPr lang="en-US" sz="2400" dirty="0"/>
              <a:t>	</a:t>
            </a:r>
            <a:r>
              <a:rPr lang="en-US" sz="1800" dirty="0"/>
              <a:t> 	</a:t>
            </a:r>
            <a:endParaRPr lang="en-US" sz="1800" dirty="0" smtClean="0"/>
          </a:p>
        </p:txBody>
      </p:sp>
      <p:sp>
        <p:nvSpPr>
          <p:cNvPr id="15364" name="Slide Number Placeholder 1"/>
          <p:cNvSpPr>
            <a:spLocks noGrp="1" noChangeArrowheads="1"/>
          </p:cNvSpPr>
          <p:nvPr>
            <p:ph type="sldNum" sz="quarter" idx="22"/>
          </p:nvPr>
        </p:nvSpPr>
        <p:spPr>
          <a:xfrm>
            <a:off x="8334375" y="6415088"/>
            <a:ext cx="180975" cy="247650"/>
          </a:xfrm>
          <a:noFill/>
        </p:spPr>
        <p:txBody>
          <a:bodyPr/>
          <a:lstStyle/>
          <a:p>
            <a:fld id="{4C4DF90D-92C4-482B-9B30-2698C549B8A1}" type="slidenum">
              <a:rPr lang="en-US"/>
              <a:pPr/>
              <a:t>13</a:t>
            </a:fld>
            <a:endParaRPr lang="en-US"/>
          </a:p>
        </p:txBody>
      </p:sp>
      <p:sp>
        <p:nvSpPr>
          <p:cNvPr id="15363" name="Rectangle 2"/>
          <p:cNvSpPr txBox="1">
            <a:spLocks noChangeArrowheads="1"/>
          </p:cNvSpPr>
          <p:nvPr/>
        </p:nvSpPr>
        <p:spPr bwMode="auto">
          <a:xfrm>
            <a:off x="674688" y="30163"/>
            <a:ext cx="6443662" cy="87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9" rIns="45719" anchor="ctr"/>
          <a:lstStyle>
            <a:lvl1pPr>
              <a:defRPr sz="1300">
                <a:solidFill>
                  <a:srgbClr val="000000"/>
                </a:solidFill>
                <a:latin typeface="Calibri" pitchFamily="34" charset="0"/>
                <a:cs typeface="Calibri" pitchFamily="34" charset="0"/>
                <a:sym typeface="Calibri" pitchFamily="34" charset="0"/>
              </a:defRPr>
            </a:lvl1pPr>
            <a:lvl2pPr>
              <a:defRPr sz="1300">
                <a:solidFill>
                  <a:srgbClr val="000000"/>
                </a:solidFill>
                <a:latin typeface="Calibri" pitchFamily="34" charset="0"/>
                <a:cs typeface="Calibri" pitchFamily="34" charset="0"/>
                <a:sym typeface="Calibri" pitchFamily="34" charset="0"/>
              </a:defRPr>
            </a:lvl2pPr>
            <a:lvl3pPr>
              <a:defRPr sz="1300">
                <a:solidFill>
                  <a:srgbClr val="000000"/>
                </a:solidFill>
                <a:latin typeface="Calibri" pitchFamily="34" charset="0"/>
                <a:cs typeface="Calibri" pitchFamily="34" charset="0"/>
                <a:sym typeface="Calibri" pitchFamily="34" charset="0"/>
              </a:defRPr>
            </a:lvl3pPr>
            <a:lvl4pPr>
              <a:defRPr sz="1300">
                <a:solidFill>
                  <a:srgbClr val="000000"/>
                </a:solidFill>
                <a:latin typeface="Calibri" pitchFamily="34" charset="0"/>
                <a:cs typeface="Calibri" pitchFamily="34" charset="0"/>
                <a:sym typeface="Calibri" pitchFamily="34" charset="0"/>
              </a:defRPr>
            </a:lvl4pPr>
            <a:lvl5pPr>
              <a:defRPr sz="1300">
                <a:solidFill>
                  <a:srgbClr val="000000"/>
                </a:solidFill>
                <a:latin typeface="Calibri" pitchFamily="34" charset="0"/>
                <a:cs typeface="Calibri" pitchFamily="34" charset="0"/>
                <a:sym typeface="Calibri" pitchFamily="34" charset="0"/>
              </a:defRPr>
            </a:lvl5pPr>
            <a:lvl6pPr marL="4572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6pPr>
            <a:lvl7pPr marL="9144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7pPr>
            <a:lvl8pPr marL="13716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8pPr>
            <a:lvl9pPr marL="18288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9pPr>
          </a:lstStyle>
          <a:p>
            <a:pPr defTabSz="914400" eaLnBrk="1">
              <a:lnSpc>
                <a:spcPct val="90000"/>
              </a:lnSpc>
            </a:pPr>
            <a:r>
              <a:rPr lang="en-US" sz="2800" b="1" dirty="0" smtClean="0">
                <a:solidFill>
                  <a:srgbClr val="FFFFFF"/>
                </a:solidFill>
              </a:rPr>
              <a:t>MODEL HYPERPARAMETERS</a:t>
            </a:r>
            <a:endParaRPr lang="en-US" sz="2800" b="1" dirty="0">
              <a:solidFill>
                <a:srgbClr val="FFFFFF"/>
              </a:solidFill>
            </a:endParaRPr>
          </a:p>
        </p:txBody>
      </p:sp>
      <p:pic>
        <p:nvPicPr>
          <p:cNvPr id="4098" name="Picture 2" descr="A Comprehensive Guide to Hyperparameter Tuning in Machine Learning | by  Aditi Babu | Medium"/>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24499" y="2743200"/>
            <a:ext cx="3495675" cy="24819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29116010"/>
      </p:ext>
    </p:extLst>
  </p:cSld>
  <p:clrMapOvr>
    <a:masterClrMapping/>
  </p:clrMapOvr>
  <p:transition spd="med"/>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txBox="1">
            <a:spLocks noChangeArrowheads="1"/>
          </p:cNvSpPr>
          <p:nvPr/>
        </p:nvSpPr>
        <p:spPr bwMode="auto">
          <a:xfrm>
            <a:off x="674688" y="30163"/>
            <a:ext cx="6443662" cy="87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9" rIns="45719" anchor="ctr"/>
          <a:lstStyle>
            <a:lvl1pPr>
              <a:defRPr sz="1300">
                <a:solidFill>
                  <a:srgbClr val="000000"/>
                </a:solidFill>
                <a:latin typeface="Calibri" pitchFamily="34" charset="0"/>
                <a:cs typeface="Calibri" pitchFamily="34" charset="0"/>
                <a:sym typeface="Calibri" pitchFamily="34" charset="0"/>
              </a:defRPr>
            </a:lvl1pPr>
            <a:lvl2pPr>
              <a:defRPr sz="1300">
                <a:solidFill>
                  <a:srgbClr val="000000"/>
                </a:solidFill>
                <a:latin typeface="Calibri" pitchFamily="34" charset="0"/>
                <a:cs typeface="Calibri" pitchFamily="34" charset="0"/>
                <a:sym typeface="Calibri" pitchFamily="34" charset="0"/>
              </a:defRPr>
            </a:lvl2pPr>
            <a:lvl3pPr>
              <a:defRPr sz="1300">
                <a:solidFill>
                  <a:srgbClr val="000000"/>
                </a:solidFill>
                <a:latin typeface="Calibri" pitchFamily="34" charset="0"/>
                <a:cs typeface="Calibri" pitchFamily="34" charset="0"/>
                <a:sym typeface="Calibri" pitchFamily="34" charset="0"/>
              </a:defRPr>
            </a:lvl3pPr>
            <a:lvl4pPr>
              <a:defRPr sz="1300">
                <a:solidFill>
                  <a:srgbClr val="000000"/>
                </a:solidFill>
                <a:latin typeface="Calibri" pitchFamily="34" charset="0"/>
                <a:cs typeface="Calibri" pitchFamily="34" charset="0"/>
                <a:sym typeface="Calibri" pitchFamily="34" charset="0"/>
              </a:defRPr>
            </a:lvl4pPr>
            <a:lvl5pPr>
              <a:defRPr sz="1300">
                <a:solidFill>
                  <a:srgbClr val="000000"/>
                </a:solidFill>
                <a:latin typeface="Calibri" pitchFamily="34" charset="0"/>
                <a:cs typeface="Calibri" pitchFamily="34" charset="0"/>
                <a:sym typeface="Calibri" pitchFamily="34" charset="0"/>
              </a:defRPr>
            </a:lvl5pPr>
            <a:lvl6pPr marL="4572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6pPr>
            <a:lvl7pPr marL="9144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7pPr>
            <a:lvl8pPr marL="13716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8pPr>
            <a:lvl9pPr marL="18288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9pPr>
          </a:lstStyle>
          <a:p>
            <a:pPr defTabSz="914400" eaLnBrk="1">
              <a:lnSpc>
                <a:spcPct val="90000"/>
              </a:lnSpc>
            </a:pPr>
            <a:r>
              <a:rPr lang="en-US" sz="2800" b="1">
                <a:solidFill>
                  <a:srgbClr val="FFFFFF"/>
                </a:solidFill>
              </a:rPr>
              <a:t>OBTAINED RESULTS</a:t>
            </a:r>
          </a:p>
        </p:txBody>
      </p:sp>
      <p:sp>
        <p:nvSpPr>
          <p:cNvPr id="151" name="Content Placeholder 5"/>
          <p:cNvSpPr txBox="1">
            <a:spLocks noGrp="1"/>
          </p:cNvSpPr>
          <p:nvPr>
            <p:ph type="body" idx="1"/>
          </p:nvPr>
        </p:nvSpPr>
        <p:spPr>
          <a:xfrm>
            <a:off x="76199" y="939800"/>
            <a:ext cx="5292725" cy="2870200"/>
          </a:xfrm>
        </p:spPr>
        <p:txBody>
          <a:bodyPr>
            <a:normAutofit/>
          </a:bodyPr>
          <a:lstStyle/>
          <a:p>
            <a:pPr algn="just" defTabSz="914377" eaLnBrk="1" fontAlgn="auto" hangingPunct="1">
              <a:lnSpc>
                <a:spcPct val="72000"/>
              </a:lnSpc>
              <a:spcAft>
                <a:spcPts val="0"/>
              </a:spcAft>
              <a:buSzTx/>
              <a:defRPr sz="1900"/>
            </a:pPr>
            <a:r>
              <a:rPr lang="en-US" sz="1900" dirty="0" smtClean="0">
                <a:sym typeface="Calibri"/>
              </a:rPr>
              <a:t>We found that the model was </a:t>
            </a:r>
            <a:r>
              <a:rPr lang="en-US" sz="1900" dirty="0" err="1" smtClean="0">
                <a:sym typeface="Calibri"/>
              </a:rPr>
              <a:t>overfitted</a:t>
            </a:r>
            <a:r>
              <a:rPr lang="en-US" sz="1900" dirty="0" smtClean="0">
                <a:sym typeface="Calibri"/>
              </a:rPr>
              <a:t> due to the small dataset size fo</a:t>
            </a:r>
            <a:r>
              <a:rPr lang="en-US" sz="1900" dirty="0" smtClean="0">
                <a:sym typeface="Calibri"/>
              </a:rPr>
              <a:t>r a CNN.</a:t>
            </a:r>
          </a:p>
          <a:p>
            <a:pPr algn="just" defTabSz="914377" eaLnBrk="1" fontAlgn="auto" hangingPunct="1">
              <a:lnSpc>
                <a:spcPct val="72000"/>
              </a:lnSpc>
              <a:spcAft>
                <a:spcPts val="0"/>
              </a:spcAft>
              <a:buSzTx/>
              <a:defRPr sz="1900"/>
            </a:pPr>
            <a:r>
              <a:rPr lang="en-US" sz="1900" dirty="0" err="1" smtClean="0">
                <a:sym typeface="Calibri"/>
              </a:rPr>
              <a:t>Overfitting</a:t>
            </a:r>
            <a:r>
              <a:rPr lang="en-US" sz="1900" dirty="0" smtClean="0">
                <a:sym typeface="Calibri"/>
              </a:rPr>
              <a:t> was fixed by adding a dropout of 70%.</a:t>
            </a:r>
          </a:p>
          <a:p>
            <a:pPr algn="just" defTabSz="914377" eaLnBrk="1" fontAlgn="auto" hangingPunct="1">
              <a:lnSpc>
                <a:spcPct val="72000"/>
              </a:lnSpc>
              <a:spcAft>
                <a:spcPts val="0"/>
              </a:spcAft>
              <a:buSzTx/>
              <a:defRPr sz="1900"/>
            </a:pPr>
            <a:r>
              <a:rPr lang="en-US" sz="1900" dirty="0"/>
              <a:t>After 15 iterations the final </a:t>
            </a:r>
            <a:r>
              <a:rPr lang="en-US" sz="1900" dirty="0" smtClean="0"/>
              <a:t>results are the following:</a:t>
            </a:r>
          </a:p>
          <a:p>
            <a:pPr lvl="1" algn="just" defTabSz="914377" eaLnBrk="1" fontAlgn="auto" hangingPunct="1">
              <a:lnSpc>
                <a:spcPct val="72000"/>
              </a:lnSpc>
              <a:spcAft>
                <a:spcPts val="0"/>
              </a:spcAft>
              <a:buSzTx/>
              <a:defRPr sz="1900"/>
            </a:pPr>
            <a:r>
              <a:rPr lang="en-US" sz="1900" dirty="0" smtClean="0"/>
              <a:t>Training accuracy </a:t>
            </a:r>
            <a:r>
              <a:rPr lang="en-US" sz="1900" dirty="0"/>
              <a:t>= </a:t>
            </a:r>
            <a:r>
              <a:rPr lang="en-US" sz="1900" dirty="0" smtClean="0"/>
              <a:t>0.8528</a:t>
            </a:r>
          </a:p>
          <a:p>
            <a:pPr lvl="1" algn="just" defTabSz="914377" eaLnBrk="1" fontAlgn="auto" hangingPunct="1">
              <a:lnSpc>
                <a:spcPct val="72000"/>
              </a:lnSpc>
              <a:spcAft>
                <a:spcPts val="0"/>
              </a:spcAft>
              <a:buSzTx/>
              <a:defRPr sz="1900"/>
            </a:pPr>
            <a:r>
              <a:rPr lang="en-US" sz="1900" dirty="0" smtClean="0"/>
              <a:t>Training </a:t>
            </a:r>
            <a:r>
              <a:rPr lang="en-US" sz="1900" dirty="0"/>
              <a:t>loss = </a:t>
            </a:r>
            <a:r>
              <a:rPr lang="en-US" sz="1900" dirty="0" smtClean="0"/>
              <a:t>0.3647</a:t>
            </a:r>
          </a:p>
          <a:p>
            <a:pPr lvl="1" algn="just" defTabSz="914377" eaLnBrk="1" fontAlgn="auto" hangingPunct="1">
              <a:lnSpc>
                <a:spcPct val="72000"/>
              </a:lnSpc>
              <a:spcAft>
                <a:spcPts val="0"/>
              </a:spcAft>
              <a:buSzTx/>
              <a:defRPr sz="1900"/>
            </a:pPr>
            <a:r>
              <a:rPr lang="en-US" sz="1900" dirty="0" smtClean="0"/>
              <a:t>Testing accuracy </a:t>
            </a:r>
            <a:r>
              <a:rPr lang="en-US" sz="1900" dirty="0"/>
              <a:t>= </a:t>
            </a:r>
            <a:r>
              <a:rPr lang="en-US" sz="1900" dirty="0" smtClean="0"/>
              <a:t>0.9407</a:t>
            </a:r>
          </a:p>
          <a:p>
            <a:pPr lvl="1" algn="just" defTabSz="914377" eaLnBrk="1" fontAlgn="auto" hangingPunct="1">
              <a:lnSpc>
                <a:spcPct val="72000"/>
              </a:lnSpc>
              <a:spcAft>
                <a:spcPts val="0"/>
              </a:spcAft>
              <a:buSzTx/>
              <a:defRPr sz="1900"/>
            </a:pPr>
            <a:r>
              <a:rPr lang="en-US" sz="1900" dirty="0" smtClean="0"/>
              <a:t>Testing </a:t>
            </a:r>
            <a:r>
              <a:rPr lang="en-US" sz="1900" dirty="0"/>
              <a:t>loss = 0.2404</a:t>
            </a:r>
            <a:endParaRPr sz="1900" dirty="0">
              <a:sym typeface="Calibri"/>
            </a:endParaRPr>
          </a:p>
        </p:txBody>
      </p:sp>
      <p:sp>
        <p:nvSpPr>
          <p:cNvPr id="16387" name="Slide Number Placeholder 1"/>
          <p:cNvSpPr>
            <a:spLocks noGrp="1" noChangeArrowheads="1"/>
          </p:cNvSpPr>
          <p:nvPr>
            <p:ph type="sldNum" sz="quarter" idx="10"/>
          </p:nvPr>
        </p:nvSpPr>
        <p:spPr>
          <a:noFill/>
        </p:spPr>
        <p:txBody>
          <a:bodyPr/>
          <a:lstStyle/>
          <a:p>
            <a:fld id="{41F605E1-8E52-44E0-B053-C60DD768D568}" type="slidenum">
              <a:rPr lang="en-US"/>
              <a:pPr/>
              <a:t>14</a:t>
            </a:fld>
            <a:endParaRPr lang="en-US"/>
          </a:p>
        </p:txBody>
      </p:sp>
      <p:pic>
        <p:nvPicPr>
          <p:cNvPr id="7" name="Picture 6"/>
          <p:cNvPicPr/>
          <p:nvPr/>
        </p:nvPicPr>
        <p:blipFill>
          <a:blip r:embed="rId2">
            <a:extLst>
              <a:ext uri="{28A0092B-C50C-407E-A947-70E740481C1C}">
                <a14:useLocalDpi xmlns:a14="http://schemas.microsoft.com/office/drawing/2010/main" val="0"/>
              </a:ext>
            </a:extLst>
          </a:blip>
          <a:stretch>
            <a:fillRect/>
          </a:stretch>
        </p:blipFill>
        <p:spPr>
          <a:xfrm>
            <a:off x="5368925" y="939800"/>
            <a:ext cx="3746500" cy="2743200"/>
          </a:xfrm>
          <a:prstGeom prst="rect">
            <a:avLst/>
          </a:prstGeom>
        </p:spPr>
      </p:pic>
      <p:pic>
        <p:nvPicPr>
          <p:cNvPr id="8" name="Picture 7"/>
          <p:cNvPicPr/>
          <p:nvPr/>
        </p:nvPicPr>
        <p:blipFill>
          <a:blip r:embed="rId3">
            <a:extLst>
              <a:ext uri="{28A0092B-C50C-407E-A947-70E740481C1C}">
                <a14:useLocalDpi xmlns:a14="http://schemas.microsoft.com/office/drawing/2010/main" val="0"/>
              </a:ext>
            </a:extLst>
          </a:blip>
          <a:stretch>
            <a:fillRect/>
          </a:stretch>
        </p:blipFill>
        <p:spPr>
          <a:xfrm>
            <a:off x="5368925" y="3683000"/>
            <a:ext cx="3746500" cy="2717800"/>
          </a:xfrm>
          <a:prstGeom prst="rect">
            <a:avLst/>
          </a:prstGeom>
        </p:spPr>
      </p:pic>
      <p:pic>
        <p:nvPicPr>
          <p:cNvPr id="9" name="Picture 8"/>
          <p:cNvPicPr/>
          <p:nvPr/>
        </p:nvPicPr>
        <p:blipFill rotWithShape="1">
          <a:blip r:embed="rId4">
            <a:extLst>
              <a:ext uri="{28A0092B-C50C-407E-A947-70E740481C1C}">
                <a14:useLocalDpi xmlns:a14="http://schemas.microsoft.com/office/drawing/2010/main" val="0"/>
              </a:ext>
            </a:extLst>
          </a:blip>
          <a:srcRect l="17432" r="17966"/>
          <a:stretch/>
        </p:blipFill>
        <p:spPr bwMode="auto">
          <a:xfrm>
            <a:off x="152400" y="3702050"/>
            <a:ext cx="5216525" cy="2946400"/>
          </a:xfrm>
          <a:prstGeom prst="rect">
            <a:avLst/>
          </a:prstGeom>
          <a:ln>
            <a:noFill/>
          </a:ln>
          <a:extLst>
            <a:ext uri="{53640926-AAD7-44D8-BBD7-CCE9431645EC}">
              <a14:shadowObscured xmlns:a14="http://schemas.microsoft.com/office/drawing/2010/main"/>
            </a:ext>
          </a:extLst>
        </p:spPr>
      </p:pic>
    </p:spTree>
  </p:cSld>
  <p:clrMapOvr>
    <a:masterClrMapping/>
  </p:clrMapOvr>
  <p:transition spd="med"/>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 name="Content Placeholder 2"/>
          <p:cNvSpPr txBox="1">
            <a:spLocks noGrp="1"/>
          </p:cNvSpPr>
          <p:nvPr>
            <p:ph type="body" idx="1"/>
          </p:nvPr>
        </p:nvSpPr>
        <p:spPr>
          <a:xfrm>
            <a:off x="381000" y="908050"/>
            <a:ext cx="8058150" cy="5562600"/>
          </a:xfrm>
        </p:spPr>
        <p:txBody>
          <a:bodyPr>
            <a:normAutofit/>
          </a:bodyPr>
          <a:lstStyle/>
          <a:p>
            <a:pPr marL="0" indent="0" algn="just" defTabSz="905233" eaLnBrk="1" fontAlgn="auto" hangingPunct="1">
              <a:lnSpc>
                <a:spcPct val="72000"/>
              </a:lnSpc>
              <a:spcBef>
                <a:spcPts val="900"/>
              </a:spcBef>
              <a:spcAft>
                <a:spcPts val="0"/>
              </a:spcAft>
              <a:buSzTx/>
              <a:buNone/>
              <a:defRPr sz="2277"/>
            </a:pPr>
            <a:r>
              <a:rPr lang="en-US" sz="2200" dirty="0" smtClean="0"/>
              <a:t>We plan to further develop the model by doing the following:</a:t>
            </a:r>
          </a:p>
          <a:p>
            <a:pPr algn="just" defTabSz="905233" eaLnBrk="1" fontAlgn="auto" hangingPunct="1">
              <a:lnSpc>
                <a:spcPct val="72000"/>
              </a:lnSpc>
              <a:spcBef>
                <a:spcPts val="900"/>
              </a:spcBef>
              <a:spcAft>
                <a:spcPts val="0"/>
              </a:spcAft>
              <a:buSzTx/>
              <a:defRPr sz="2277"/>
            </a:pPr>
            <a:r>
              <a:rPr lang="en-US" sz="2200" dirty="0" smtClean="0"/>
              <a:t>Use fixed </a:t>
            </a:r>
            <a:r>
              <a:rPr lang="en-US" sz="2200" dirty="0"/>
              <a:t>filters before our dynamic filters. Gaussian filter will be used to reduce noise in the images and will </a:t>
            </a:r>
            <a:r>
              <a:rPr lang="en-US" sz="2200" dirty="0" smtClean="0"/>
              <a:t>be </a:t>
            </a:r>
            <a:r>
              <a:rPr lang="en-US" sz="2200" dirty="0"/>
              <a:t>followed by </a:t>
            </a:r>
            <a:r>
              <a:rPr lang="en-US" sz="2200" dirty="0" err="1"/>
              <a:t>Sobel</a:t>
            </a:r>
            <a:r>
              <a:rPr lang="en-US" sz="2200" dirty="0"/>
              <a:t> X and </a:t>
            </a:r>
            <a:r>
              <a:rPr lang="en-US" sz="2200" dirty="0" err="1"/>
              <a:t>Sobel</a:t>
            </a:r>
            <a:r>
              <a:rPr lang="en-US" sz="2200" dirty="0"/>
              <a:t> Y </a:t>
            </a:r>
            <a:r>
              <a:rPr lang="en-US" sz="2200" dirty="0" smtClean="0"/>
              <a:t>filters </a:t>
            </a:r>
            <a:r>
              <a:rPr lang="en-US" sz="2200" dirty="0"/>
              <a:t>that emphasize edges. </a:t>
            </a:r>
            <a:endParaRPr lang="en-US" sz="2200" dirty="0" smtClean="0"/>
          </a:p>
          <a:p>
            <a:pPr algn="just" defTabSz="905233" eaLnBrk="1" fontAlgn="auto" hangingPunct="1">
              <a:lnSpc>
                <a:spcPct val="72000"/>
              </a:lnSpc>
              <a:spcBef>
                <a:spcPts val="900"/>
              </a:spcBef>
              <a:spcAft>
                <a:spcPts val="0"/>
              </a:spcAft>
              <a:buSzTx/>
              <a:defRPr sz="2277"/>
            </a:pPr>
            <a:r>
              <a:rPr lang="en-US" sz="2200" dirty="0" smtClean="0"/>
              <a:t>Change </a:t>
            </a:r>
            <a:r>
              <a:rPr lang="en-US" sz="2200" dirty="0" err="1" smtClean="0"/>
              <a:t>hyperparameters</a:t>
            </a:r>
            <a:r>
              <a:rPr lang="en-US" sz="2200" dirty="0" smtClean="0"/>
              <a:t> </a:t>
            </a:r>
            <a:r>
              <a:rPr lang="en-US" sz="2200" dirty="0"/>
              <a:t>of the model and </a:t>
            </a:r>
            <a:r>
              <a:rPr lang="en-US" sz="2200" dirty="0" smtClean="0"/>
              <a:t>analyze </a:t>
            </a:r>
            <a:r>
              <a:rPr lang="en-US" sz="2200" dirty="0"/>
              <a:t>their influence on the model’s </a:t>
            </a:r>
            <a:r>
              <a:rPr lang="en-US" sz="2200" dirty="0" smtClean="0"/>
              <a:t>performance.</a:t>
            </a:r>
          </a:p>
          <a:p>
            <a:pPr algn="just" defTabSz="905233" eaLnBrk="1" fontAlgn="auto" hangingPunct="1">
              <a:lnSpc>
                <a:spcPct val="72000"/>
              </a:lnSpc>
              <a:spcBef>
                <a:spcPts val="900"/>
              </a:spcBef>
              <a:spcAft>
                <a:spcPts val="0"/>
              </a:spcAft>
              <a:buSzTx/>
              <a:defRPr sz="2277"/>
            </a:pPr>
            <a:r>
              <a:rPr lang="en-US" sz="2200" dirty="0"/>
              <a:t>A</a:t>
            </a:r>
            <a:r>
              <a:rPr lang="en-US" sz="2200" dirty="0" smtClean="0"/>
              <a:t>dd </a:t>
            </a:r>
            <a:r>
              <a:rPr lang="en-US" sz="2200" dirty="0"/>
              <a:t>one more part to our program that will take new images of hand signs and </a:t>
            </a:r>
            <a:r>
              <a:rPr lang="en-US" sz="2200" dirty="0" smtClean="0"/>
              <a:t>predict </a:t>
            </a:r>
            <a:r>
              <a:rPr lang="en-US" sz="2200" dirty="0"/>
              <a:t>the letters represented by them. </a:t>
            </a:r>
            <a:endParaRPr lang="en-US" sz="2200" dirty="0" smtClean="0"/>
          </a:p>
          <a:p>
            <a:pPr algn="just" defTabSz="905233" eaLnBrk="1" fontAlgn="auto" hangingPunct="1">
              <a:lnSpc>
                <a:spcPct val="72000"/>
              </a:lnSpc>
              <a:spcBef>
                <a:spcPts val="900"/>
              </a:spcBef>
              <a:spcAft>
                <a:spcPts val="0"/>
              </a:spcAft>
              <a:buSzTx/>
              <a:defRPr sz="2277"/>
            </a:pPr>
            <a:r>
              <a:rPr lang="en-US" sz="2200" dirty="0" smtClean="0"/>
              <a:t>Add </a:t>
            </a:r>
            <a:r>
              <a:rPr lang="en-US" sz="2200" dirty="0"/>
              <a:t>more </a:t>
            </a:r>
            <a:r>
              <a:rPr lang="en-US" sz="2200" dirty="0" smtClean="0"/>
              <a:t>Sign Language classes </a:t>
            </a:r>
            <a:r>
              <a:rPr lang="en-US" sz="2200" dirty="0"/>
              <a:t>and the corresponding datasets</a:t>
            </a:r>
            <a:r>
              <a:rPr lang="en-US" sz="2200" dirty="0" smtClean="0"/>
              <a:t>.</a:t>
            </a:r>
          </a:p>
          <a:p>
            <a:pPr algn="just" defTabSz="905233" eaLnBrk="1" fontAlgn="auto" hangingPunct="1">
              <a:lnSpc>
                <a:spcPct val="72000"/>
              </a:lnSpc>
              <a:spcBef>
                <a:spcPts val="900"/>
              </a:spcBef>
              <a:spcAft>
                <a:spcPts val="0"/>
              </a:spcAft>
              <a:buSzTx/>
              <a:defRPr sz="2277"/>
            </a:pPr>
            <a:r>
              <a:rPr lang="en-US" sz="2200" dirty="0" smtClean="0"/>
              <a:t>If time allows, extend </a:t>
            </a:r>
            <a:r>
              <a:rPr lang="en-US" sz="2200" dirty="0"/>
              <a:t>the model to recognize continuous hand signs in videos. </a:t>
            </a:r>
            <a:r>
              <a:rPr lang="en-US" sz="2200" dirty="0" smtClean="0"/>
              <a:t> </a:t>
            </a:r>
            <a:endParaRPr sz="2200" dirty="0">
              <a:sym typeface="Calibri"/>
            </a:endParaRPr>
          </a:p>
        </p:txBody>
      </p:sp>
      <p:sp>
        <p:nvSpPr>
          <p:cNvPr id="17412" name="Slide Number Placeholder 1"/>
          <p:cNvSpPr>
            <a:spLocks noGrp="1" noChangeArrowheads="1"/>
          </p:cNvSpPr>
          <p:nvPr>
            <p:ph type="sldNum" sz="quarter" idx="10"/>
          </p:nvPr>
        </p:nvSpPr>
        <p:spPr>
          <a:noFill/>
        </p:spPr>
        <p:txBody>
          <a:bodyPr/>
          <a:lstStyle/>
          <a:p>
            <a:fld id="{BB85F885-AD1F-4742-AB40-AC199CB3F867}" type="slidenum">
              <a:rPr lang="en-US"/>
              <a:pPr/>
              <a:t>15</a:t>
            </a:fld>
            <a:endParaRPr lang="en-US"/>
          </a:p>
        </p:txBody>
      </p:sp>
      <p:sp>
        <p:nvSpPr>
          <p:cNvPr id="17411" name="Rectangle 2"/>
          <p:cNvSpPr txBox="1">
            <a:spLocks noChangeArrowheads="1"/>
          </p:cNvSpPr>
          <p:nvPr/>
        </p:nvSpPr>
        <p:spPr bwMode="auto">
          <a:xfrm>
            <a:off x="674688" y="30163"/>
            <a:ext cx="6443662" cy="87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9" rIns="45719" anchor="ctr"/>
          <a:lstStyle>
            <a:lvl1pPr>
              <a:defRPr sz="1300">
                <a:solidFill>
                  <a:srgbClr val="000000"/>
                </a:solidFill>
                <a:latin typeface="Calibri" pitchFamily="34" charset="0"/>
                <a:cs typeface="Calibri" pitchFamily="34" charset="0"/>
                <a:sym typeface="Calibri" pitchFamily="34" charset="0"/>
              </a:defRPr>
            </a:lvl1pPr>
            <a:lvl2pPr>
              <a:defRPr sz="1300">
                <a:solidFill>
                  <a:srgbClr val="000000"/>
                </a:solidFill>
                <a:latin typeface="Calibri" pitchFamily="34" charset="0"/>
                <a:cs typeface="Calibri" pitchFamily="34" charset="0"/>
                <a:sym typeface="Calibri" pitchFamily="34" charset="0"/>
              </a:defRPr>
            </a:lvl2pPr>
            <a:lvl3pPr>
              <a:defRPr sz="1300">
                <a:solidFill>
                  <a:srgbClr val="000000"/>
                </a:solidFill>
                <a:latin typeface="Calibri" pitchFamily="34" charset="0"/>
                <a:cs typeface="Calibri" pitchFamily="34" charset="0"/>
                <a:sym typeface="Calibri" pitchFamily="34" charset="0"/>
              </a:defRPr>
            </a:lvl3pPr>
            <a:lvl4pPr>
              <a:defRPr sz="1300">
                <a:solidFill>
                  <a:srgbClr val="000000"/>
                </a:solidFill>
                <a:latin typeface="Calibri" pitchFamily="34" charset="0"/>
                <a:cs typeface="Calibri" pitchFamily="34" charset="0"/>
                <a:sym typeface="Calibri" pitchFamily="34" charset="0"/>
              </a:defRPr>
            </a:lvl4pPr>
            <a:lvl5pPr>
              <a:defRPr sz="1300">
                <a:solidFill>
                  <a:srgbClr val="000000"/>
                </a:solidFill>
                <a:latin typeface="Calibri" pitchFamily="34" charset="0"/>
                <a:cs typeface="Calibri" pitchFamily="34" charset="0"/>
                <a:sym typeface="Calibri" pitchFamily="34" charset="0"/>
              </a:defRPr>
            </a:lvl5pPr>
            <a:lvl6pPr marL="4572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6pPr>
            <a:lvl7pPr marL="9144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7pPr>
            <a:lvl8pPr marL="13716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8pPr>
            <a:lvl9pPr marL="18288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9pPr>
          </a:lstStyle>
          <a:p>
            <a:pPr defTabSz="914400" eaLnBrk="1">
              <a:lnSpc>
                <a:spcPct val="90000"/>
              </a:lnSpc>
            </a:pPr>
            <a:r>
              <a:rPr lang="en-US" sz="2800" b="1" dirty="0" smtClean="0">
                <a:solidFill>
                  <a:srgbClr val="FFFFFF"/>
                </a:solidFill>
              </a:rPr>
              <a:t>FUTURE </a:t>
            </a:r>
            <a:r>
              <a:rPr lang="en-US" sz="2800" b="1" dirty="0">
                <a:solidFill>
                  <a:srgbClr val="FFFFFF"/>
                </a:solidFill>
              </a:rPr>
              <a:t>WORK</a:t>
            </a:r>
          </a:p>
        </p:txBody>
      </p:sp>
      <p:pic>
        <p:nvPicPr>
          <p:cNvPr id="5122" name="Picture 2" descr="Literature Review] Continuous Sign Language Recognition Based on Motor  attention mechanism and frame-level Self-distilla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4143375"/>
            <a:ext cx="4800600" cy="25003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 name="Content Placeholder 2"/>
          <p:cNvSpPr txBox="1">
            <a:spLocks noGrp="1"/>
          </p:cNvSpPr>
          <p:nvPr>
            <p:ph type="body" idx="1"/>
          </p:nvPr>
        </p:nvSpPr>
        <p:spPr>
          <a:xfrm>
            <a:off x="381000" y="1066800"/>
            <a:ext cx="8058150" cy="5568950"/>
          </a:xfrm>
        </p:spPr>
        <p:txBody>
          <a:bodyPr>
            <a:normAutofit fontScale="92500" lnSpcReduction="10000"/>
          </a:bodyPr>
          <a:lstStyle/>
          <a:p>
            <a:pPr algn="just" defTabSz="905233" eaLnBrk="1" fontAlgn="auto" hangingPunct="1">
              <a:lnSpc>
                <a:spcPct val="100000"/>
              </a:lnSpc>
              <a:spcBef>
                <a:spcPts val="900"/>
              </a:spcBef>
              <a:spcAft>
                <a:spcPts val="0"/>
              </a:spcAft>
              <a:buSzTx/>
              <a:defRPr sz="2277"/>
            </a:pPr>
            <a:r>
              <a:rPr lang="en-US" sz="2400" dirty="0"/>
              <a:t>S</a:t>
            </a:r>
            <a:r>
              <a:rPr lang="en-US" sz="2400" dirty="0" smtClean="0"/>
              <a:t>uccessfully created </a:t>
            </a:r>
            <a:r>
              <a:rPr lang="en-US" sz="2400" dirty="0"/>
              <a:t>CNN model capable of recognizing hand sign images for letters with high accuracy. </a:t>
            </a:r>
            <a:endParaRPr lang="en-US" sz="2400" dirty="0" smtClean="0"/>
          </a:p>
          <a:p>
            <a:pPr algn="just" defTabSz="905233" eaLnBrk="1" fontAlgn="auto" hangingPunct="1">
              <a:lnSpc>
                <a:spcPct val="100000"/>
              </a:lnSpc>
              <a:spcBef>
                <a:spcPts val="900"/>
              </a:spcBef>
              <a:spcAft>
                <a:spcPts val="0"/>
              </a:spcAft>
              <a:buSzTx/>
              <a:defRPr sz="2277"/>
            </a:pPr>
            <a:r>
              <a:rPr lang="en-US" sz="2400" dirty="0" smtClean="0"/>
              <a:t>The model </a:t>
            </a:r>
            <a:r>
              <a:rPr lang="en-US" sz="2400" dirty="0"/>
              <a:t>performs Sign Language Recognition by reading an input hand sign in the form of an image and outputting it in the form of a letter. </a:t>
            </a:r>
            <a:endParaRPr lang="en-US" sz="2400" dirty="0" smtClean="0"/>
          </a:p>
          <a:p>
            <a:pPr algn="just" defTabSz="905233" eaLnBrk="1" fontAlgn="auto" hangingPunct="1">
              <a:lnSpc>
                <a:spcPct val="100000"/>
              </a:lnSpc>
              <a:spcBef>
                <a:spcPts val="900"/>
              </a:spcBef>
              <a:spcAft>
                <a:spcPts val="0"/>
              </a:spcAft>
              <a:buSzTx/>
              <a:defRPr sz="2277"/>
            </a:pPr>
            <a:r>
              <a:rPr lang="en-US" sz="2400" dirty="0" smtClean="0"/>
              <a:t>Our </a:t>
            </a:r>
            <a:r>
              <a:rPr lang="en-US" sz="2400" dirty="0"/>
              <a:t>program implements a complete CNN model with filters, padding, and pooling in the convolutional layer. </a:t>
            </a:r>
            <a:endParaRPr lang="en-US" sz="2400" dirty="0" smtClean="0"/>
          </a:p>
          <a:p>
            <a:pPr algn="just" defTabSz="905233" eaLnBrk="1" fontAlgn="auto" hangingPunct="1">
              <a:lnSpc>
                <a:spcPct val="100000"/>
              </a:lnSpc>
              <a:spcBef>
                <a:spcPts val="900"/>
              </a:spcBef>
              <a:spcAft>
                <a:spcPts val="0"/>
              </a:spcAft>
              <a:buSzTx/>
              <a:defRPr sz="2277"/>
            </a:pPr>
            <a:r>
              <a:rPr lang="en-US" sz="2400" dirty="0" smtClean="0"/>
              <a:t>The </a:t>
            </a:r>
            <a:r>
              <a:rPr lang="en-US" sz="2400" dirty="0"/>
              <a:t>fully connected network contains a hidden layer with 128 neurons and an output layer with 26 classes. </a:t>
            </a:r>
            <a:endParaRPr lang="en-US" sz="2400" dirty="0" smtClean="0"/>
          </a:p>
          <a:p>
            <a:pPr algn="just" defTabSz="905233" eaLnBrk="1" fontAlgn="auto" hangingPunct="1">
              <a:lnSpc>
                <a:spcPct val="100000"/>
              </a:lnSpc>
              <a:spcBef>
                <a:spcPts val="900"/>
              </a:spcBef>
              <a:spcAft>
                <a:spcPts val="0"/>
              </a:spcAft>
              <a:buSzTx/>
              <a:defRPr sz="2277"/>
            </a:pPr>
            <a:r>
              <a:rPr lang="en-US" sz="2400" dirty="0"/>
              <a:t>R</a:t>
            </a:r>
            <a:r>
              <a:rPr lang="en-US" sz="2400" dirty="0" smtClean="0"/>
              <a:t>ecognition </a:t>
            </a:r>
            <a:r>
              <a:rPr lang="en-US" sz="2400" dirty="0"/>
              <a:t>results have proven that the choice of the CNN model was justified. </a:t>
            </a:r>
            <a:endParaRPr lang="en-US" sz="2400" dirty="0" smtClean="0"/>
          </a:p>
          <a:p>
            <a:pPr algn="just" defTabSz="905233" eaLnBrk="1" fontAlgn="auto" hangingPunct="1">
              <a:lnSpc>
                <a:spcPct val="100000"/>
              </a:lnSpc>
              <a:spcBef>
                <a:spcPts val="900"/>
              </a:spcBef>
              <a:spcAft>
                <a:spcPts val="0"/>
              </a:spcAft>
              <a:buSzTx/>
              <a:defRPr sz="2277"/>
            </a:pPr>
            <a:r>
              <a:rPr lang="en-US" sz="2400" dirty="0" smtClean="0"/>
              <a:t>Achieved </a:t>
            </a:r>
            <a:r>
              <a:rPr lang="en-US" sz="2400" dirty="0"/>
              <a:t>a high accuracy result of 94% using test images from the Sign Language MNIST dataset</a:t>
            </a:r>
            <a:r>
              <a:rPr lang="en-US" sz="2400" dirty="0" smtClean="0"/>
              <a:t>. </a:t>
            </a:r>
          </a:p>
          <a:p>
            <a:pPr algn="just" defTabSz="905233" eaLnBrk="1" fontAlgn="auto" hangingPunct="1">
              <a:lnSpc>
                <a:spcPct val="100000"/>
              </a:lnSpc>
              <a:spcBef>
                <a:spcPts val="900"/>
              </a:spcBef>
              <a:spcAft>
                <a:spcPts val="0"/>
              </a:spcAft>
              <a:buSzTx/>
              <a:defRPr sz="2277"/>
            </a:pPr>
            <a:r>
              <a:rPr lang="en-US" sz="2400" dirty="0" smtClean="0"/>
              <a:t>We will continue working on our model in the directions specified in Future Work.</a:t>
            </a:r>
            <a:endParaRPr sz="2400" dirty="0">
              <a:sym typeface="Calibri"/>
            </a:endParaRPr>
          </a:p>
        </p:txBody>
      </p:sp>
      <p:sp>
        <p:nvSpPr>
          <p:cNvPr id="17412" name="Slide Number Placeholder 1"/>
          <p:cNvSpPr>
            <a:spLocks noGrp="1" noChangeArrowheads="1"/>
          </p:cNvSpPr>
          <p:nvPr>
            <p:ph type="sldNum" sz="quarter" idx="10"/>
          </p:nvPr>
        </p:nvSpPr>
        <p:spPr>
          <a:noFill/>
        </p:spPr>
        <p:txBody>
          <a:bodyPr/>
          <a:lstStyle/>
          <a:p>
            <a:fld id="{BB85F885-AD1F-4742-AB40-AC199CB3F867}" type="slidenum">
              <a:rPr lang="en-US"/>
              <a:pPr/>
              <a:t>16</a:t>
            </a:fld>
            <a:endParaRPr lang="en-US"/>
          </a:p>
        </p:txBody>
      </p:sp>
      <p:sp>
        <p:nvSpPr>
          <p:cNvPr id="17411" name="Rectangle 2"/>
          <p:cNvSpPr txBox="1">
            <a:spLocks noChangeArrowheads="1"/>
          </p:cNvSpPr>
          <p:nvPr/>
        </p:nvSpPr>
        <p:spPr bwMode="auto">
          <a:xfrm>
            <a:off x="674688" y="30163"/>
            <a:ext cx="6443662" cy="87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9" rIns="45719" anchor="ctr"/>
          <a:lstStyle>
            <a:lvl1pPr>
              <a:defRPr sz="1300">
                <a:solidFill>
                  <a:srgbClr val="000000"/>
                </a:solidFill>
                <a:latin typeface="Calibri" pitchFamily="34" charset="0"/>
                <a:cs typeface="Calibri" pitchFamily="34" charset="0"/>
                <a:sym typeface="Calibri" pitchFamily="34" charset="0"/>
              </a:defRPr>
            </a:lvl1pPr>
            <a:lvl2pPr>
              <a:defRPr sz="1300">
                <a:solidFill>
                  <a:srgbClr val="000000"/>
                </a:solidFill>
                <a:latin typeface="Calibri" pitchFamily="34" charset="0"/>
                <a:cs typeface="Calibri" pitchFamily="34" charset="0"/>
                <a:sym typeface="Calibri" pitchFamily="34" charset="0"/>
              </a:defRPr>
            </a:lvl2pPr>
            <a:lvl3pPr>
              <a:defRPr sz="1300">
                <a:solidFill>
                  <a:srgbClr val="000000"/>
                </a:solidFill>
                <a:latin typeface="Calibri" pitchFamily="34" charset="0"/>
                <a:cs typeface="Calibri" pitchFamily="34" charset="0"/>
                <a:sym typeface="Calibri" pitchFamily="34" charset="0"/>
              </a:defRPr>
            </a:lvl3pPr>
            <a:lvl4pPr>
              <a:defRPr sz="1300">
                <a:solidFill>
                  <a:srgbClr val="000000"/>
                </a:solidFill>
                <a:latin typeface="Calibri" pitchFamily="34" charset="0"/>
                <a:cs typeface="Calibri" pitchFamily="34" charset="0"/>
                <a:sym typeface="Calibri" pitchFamily="34" charset="0"/>
              </a:defRPr>
            </a:lvl4pPr>
            <a:lvl5pPr>
              <a:defRPr sz="1300">
                <a:solidFill>
                  <a:srgbClr val="000000"/>
                </a:solidFill>
                <a:latin typeface="Calibri" pitchFamily="34" charset="0"/>
                <a:cs typeface="Calibri" pitchFamily="34" charset="0"/>
                <a:sym typeface="Calibri" pitchFamily="34" charset="0"/>
              </a:defRPr>
            </a:lvl5pPr>
            <a:lvl6pPr marL="4572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6pPr>
            <a:lvl7pPr marL="9144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7pPr>
            <a:lvl8pPr marL="13716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8pPr>
            <a:lvl9pPr marL="18288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9pPr>
          </a:lstStyle>
          <a:p>
            <a:pPr defTabSz="914400" eaLnBrk="1">
              <a:lnSpc>
                <a:spcPct val="90000"/>
              </a:lnSpc>
            </a:pPr>
            <a:r>
              <a:rPr lang="en-US" sz="2800" b="1" dirty="0" smtClean="0">
                <a:solidFill>
                  <a:srgbClr val="FFFFFF"/>
                </a:solidFill>
              </a:rPr>
              <a:t>CONCLUSION</a:t>
            </a:r>
            <a:endParaRPr lang="en-US" sz="2800" b="1" dirty="0">
              <a:solidFill>
                <a:srgbClr val="FFFFFF"/>
              </a:solidFill>
            </a:endParaRPr>
          </a:p>
        </p:txBody>
      </p:sp>
    </p:spTree>
    <p:extLst>
      <p:ext uri="{BB962C8B-B14F-4D97-AF65-F5344CB8AC3E}">
        <p14:creationId xmlns:p14="http://schemas.microsoft.com/office/powerpoint/2010/main" val="1699776308"/>
      </p:ext>
    </p:extLst>
  </p:cSld>
  <p:clrMapOvr>
    <a:masterClrMapping/>
  </p:clrMapOvr>
  <p:transition spd="med"/>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Content Placeholder 2"/>
          <p:cNvSpPr txBox="1">
            <a:spLocks noGrp="1" noChangeArrowheads="1"/>
          </p:cNvSpPr>
          <p:nvPr>
            <p:ph type="body" idx="1"/>
          </p:nvPr>
        </p:nvSpPr>
        <p:spPr>
          <a:xfrm>
            <a:off x="457200" y="990600"/>
            <a:ext cx="8320088" cy="5422900"/>
          </a:xfrm>
        </p:spPr>
        <p:txBody>
          <a:bodyPr/>
          <a:lstStyle>
            <a:lvl1pPr marL="514350" indent="-514350">
              <a:defRPr sz="2800">
                <a:solidFill>
                  <a:srgbClr val="000000"/>
                </a:solidFill>
                <a:latin typeface="Calibri" pitchFamily="34" charset="0"/>
                <a:cs typeface="Calibri" pitchFamily="34" charset="0"/>
                <a:sym typeface="Calibri" pitchFamily="34" charset="0"/>
              </a:defRPr>
            </a:lvl1pPr>
            <a:lvl2pPr>
              <a:defRPr sz="2800">
                <a:solidFill>
                  <a:srgbClr val="000000"/>
                </a:solidFill>
                <a:latin typeface="Calibri" pitchFamily="34" charset="0"/>
                <a:cs typeface="Calibri" pitchFamily="34" charset="0"/>
                <a:sym typeface="Calibri" pitchFamily="34" charset="0"/>
              </a:defRPr>
            </a:lvl2pPr>
            <a:lvl3pPr>
              <a:defRPr sz="2800">
                <a:solidFill>
                  <a:srgbClr val="000000"/>
                </a:solidFill>
                <a:latin typeface="Calibri" pitchFamily="34" charset="0"/>
                <a:cs typeface="Calibri" pitchFamily="34" charset="0"/>
                <a:sym typeface="Calibri" pitchFamily="34" charset="0"/>
              </a:defRPr>
            </a:lvl3pPr>
            <a:lvl4pPr>
              <a:defRPr sz="2800">
                <a:solidFill>
                  <a:srgbClr val="000000"/>
                </a:solidFill>
                <a:latin typeface="Calibri" pitchFamily="34" charset="0"/>
                <a:cs typeface="Calibri" pitchFamily="34" charset="0"/>
                <a:sym typeface="Calibri" pitchFamily="34" charset="0"/>
              </a:defRPr>
            </a:lvl4pPr>
            <a:lvl5pPr>
              <a:defRPr sz="2800">
                <a:solidFill>
                  <a:srgbClr val="000000"/>
                </a:solidFill>
                <a:latin typeface="Calibri" pitchFamily="34" charset="0"/>
                <a:cs typeface="Calibri" pitchFamily="34" charset="0"/>
                <a:sym typeface="Calibri" pitchFamily="34" charset="0"/>
              </a:defRPr>
            </a:lvl5pPr>
            <a:lvl6pPr marL="2640013" indent="-354013" defTabSz="912813" eaLnBrk="0" fontAlgn="base" hangingPunct="0">
              <a:spcAft>
                <a:spcPct val="0"/>
              </a:spcAft>
              <a:buFont typeface="Arial" charset="0"/>
              <a:defRPr sz="2800">
                <a:solidFill>
                  <a:srgbClr val="000000"/>
                </a:solidFill>
                <a:latin typeface="Calibri" pitchFamily="34" charset="0"/>
                <a:cs typeface="Calibri" pitchFamily="34" charset="0"/>
                <a:sym typeface="Calibri" pitchFamily="34" charset="0"/>
              </a:defRPr>
            </a:lvl6pPr>
            <a:lvl7pPr marL="3097213" indent="-354013" defTabSz="912813" eaLnBrk="0" fontAlgn="base" hangingPunct="0">
              <a:spcAft>
                <a:spcPct val="0"/>
              </a:spcAft>
              <a:buFont typeface="Arial" charset="0"/>
              <a:defRPr sz="2800">
                <a:solidFill>
                  <a:srgbClr val="000000"/>
                </a:solidFill>
                <a:latin typeface="Calibri" pitchFamily="34" charset="0"/>
                <a:cs typeface="Calibri" pitchFamily="34" charset="0"/>
                <a:sym typeface="Calibri" pitchFamily="34" charset="0"/>
              </a:defRPr>
            </a:lvl7pPr>
            <a:lvl8pPr marL="3554413" indent="-354013" defTabSz="912813" eaLnBrk="0" fontAlgn="base" hangingPunct="0">
              <a:spcAft>
                <a:spcPct val="0"/>
              </a:spcAft>
              <a:buFont typeface="Arial" charset="0"/>
              <a:defRPr sz="2800">
                <a:solidFill>
                  <a:srgbClr val="000000"/>
                </a:solidFill>
                <a:latin typeface="Calibri" pitchFamily="34" charset="0"/>
                <a:cs typeface="Calibri" pitchFamily="34" charset="0"/>
                <a:sym typeface="Calibri" pitchFamily="34" charset="0"/>
              </a:defRPr>
            </a:lvl8pPr>
            <a:lvl9pPr marL="4011613" indent="-354013" defTabSz="912813" eaLnBrk="0" fontAlgn="base" hangingPunct="0">
              <a:spcAft>
                <a:spcPct val="0"/>
              </a:spcAft>
              <a:buFont typeface="Arial" charset="0"/>
              <a:defRPr sz="2800">
                <a:solidFill>
                  <a:srgbClr val="000000"/>
                </a:solidFill>
                <a:latin typeface="Calibri" pitchFamily="34" charset="0"/>
                <a:cs typeface="Calibri" pitchFamily="34" charset="0"/>
                <a:sym typeface="Calibri" pitchFamily="34" charset="0"/>
              </a:defRPr>
            </a:lvl9pPr>
          </a:lstStyle>
          <a:p>
            <a:pPr marL="0" lvl="0" indent="0" algn="just">
              <a:buNone/>
            </a:pPr>
            <a:r>
              <a:rPr lang="en-US" sz="1300" dirty="0" smtClean="0"/>
              <a:t>[1] “Sign </a:t>
            </a:r>
            <a:r>
              <a:rPr lang="en-US" sz="1300" dirty="0"/>
              <a:t>Language MNIST,” www.kaggle.com. https://www.kaggle.com/datasets/datamunge/sign-language-mnist/data.</a:t>
            </a:r>
          </a:p>
          <a:p>
            <a:pPr marL="228600" lvl="0" indent="-228600" algn="just">
              <a:buNone/>
            </a:pPr>
            <a:r>
              <a:rPr lang="en-US" sz="1300" dirty="0" smtClean="0"/>
              <a:t>[2] A</a:t>
            </a:r>
            <a:r>
              <a:rPr lang="en-US" sz="1300" dirty="0"/>
              <a:t>. Abdullah, G. A. </a:t>
            </a:r>
            <a:r>
              <a:rPr lang="en-US" sz="1300" dirty="0" err="1"/>
              <a:t>Amoudi</a:t>
            </a:r>
            <a:r>
              <a:rPr lang="en-US" sz="1300" dirty="0"/>
              <a:t>, and H. S. </a:t>
            </a:r>
            <a:r>
              <a:rPr lang="en-US" sz="1300" dirty="0" err="1"/>
              <a:t>Alghamdi</a:t>
            </a:r>
            <a:r>
              <a:rPr lang="en-US" sz="1300" dirty="0"/>
              <a:t>, “Advancements in Sign Language Recognition: A Comprehensive Review and Future Prospects,” IEEE Access, vol. 12, pp. 128871–128895, Jan. 2024, </a:t>
            </a:r>
            <a:r>
              <a:rPr lang="en-US" sz="1300" dirty="0" err="1"/>
              <a:t>doi</a:t>
            </a:r>
            <a:r>
              <a:rPr lang="en-US" sz="1300" dirty="0"/>
              <a:t>: https://doi.org/10.1109/access.2024.3457692.</a:t>
            </a:r>
          </a:p>
          <a:p>
            <a:pPr marL="228600" lvl="0" indent="-228600" algn="just">
              <a:buNone/>
            </a:pPr>
            <a:r>
              <a:rPr lang="en-US" sz="1300" dirty="0" smtClean="0"/>
              <a:t>[3] U</a:t>
            </a:r>
            <a:r>
              <a:rPr lang="en-US" sz="1300" dirty="0"/>
              <a:t>. </a:t>
            </a:r>
            <a:r>
              <a:rPr lang="en-US" sz="1300" dirty="0" err="1"/>
              <a:t>Farooq</a:t>
            </a:r>
            <a:r>
              <a:rPr lang="en-US" sz="1300" dirty="0"/>
              <a:t>, M. S. M. Rahim, N. </a:t>
            </a:r>
            <a:r>
              <a:rPr lang="en-US" sz="1300" dirty="0" err="1"/>
              <a:t>Sabir</a:t>
            </a:r>
            <a:r>
              <a:rPr lang="en-US" sz="1300" dirty="0"/>
              <a:t>, A. </a:t>
            </a:r>
            <a:r>
              <a:rPr lang="en-US" sz="1300" dirty="0" err="1"/>
              <a:t>Hussain</a:t>
            </a:r>
            <a:r>
              <a:rPr lang="en-US" sz="1300" dirty="0"/>
              <a:t>, and A. </a:t>
            </a:r>
            <a:r>
              <a:rPr lang="en-US" sz="1300" dirty="0" err="1"/>
              <a:t>Abid</a:t>
            </a:r>
            <a:r>
              <a:rPr lang="en-US" sz="1300" dirty="0"/>
              <a:t>, ‘‘Advances in machine translation for sign language: Approaches, limitations, and challenges,’’ Neural </a:t>
            </a:r>
            <a:r>
              <a:rPr lang="en-US" sz="1300" dirty="0" err="1"/>
              <a:t>Comput</a:t>
            </a:r>
            <a:r>
              <a:rPr lang="en-US" sz="1300" dirty="0"/>
              <a:t>. Appl., vol. 33, no. 21, pp. 14357–14399, Nov. 2021.</a:t>
            </a:r>
          </a:p>
          <a:p>
            <a:pPr marL="228600" lvl="0" indent="-228600" algn="just">
              <a:buNone/>
            </a:pPr>
            <a:r>
              <a:rPr lang="en-US" sz="1300" dirty="0" smtClean="0"/>
              <a:t>[4] A</a:t>
            </a:r>
            <a:r>
              <a:rPr lang="en-US" sz="1300" dirty="0"/>
              <a:t>. A. </a:t>
            </a:r>
            <a:r>
              <a:rPr lang="en-US" sz="1300" dirty="0" err="1"/>
              <a:t>Barbhuiya</a:t>
            </a:r>
            <a:r>
              <a:rPr lang="en-US" sz="1300" dirty="0"/>
              <a:t>, R. K. Karsh, and R. Jain, ‘‘CNN based feature extraction and classification for sign language,’’ Multimedia Tools Appl., vol. 80, no. 2, pp. 3051–3069, Jan. 2021.</a:t>
            </a:r>
          </a:p>
          <a:p>
            <a:pPr marL="228600" lvl="0" indent="-228600" algn="just">
              <a:buNone/>
            </a:pPr>
            <a:r>
              <a:rPr lang="en-US" sz="1300" dirty="0" smtClean="0"/>
              <a:t>[5] Y</a:t>
            </a:r>
            <a:r>
              <a:rPr lang="en-US" sz="1300" dirty="0"/>
              <a:t>. Zhang and X. Jiang, “Recent Advances on Deep Learning for Sign Language Recognition,” Computer Modeling in Engineering &amp; Sciences, vol. 139, no. 3, pp. 2399–2450, 2024, </a:t>
            </a:r>
            <a:r>
              <a:rPr lang="en-US" sz="1300" dirty="0" err="1"/>
              <a:t>doi</a:t>
            </a:r>
            <a:r>
              <a:rPr lang="en-US" sz="1300" dirty="0"/>
              <a:t>: https://doi.org/10.32604/cmes.2023.045731.</a:t>
            </a:r>
          </a:p>
          <a:p>
            <a:pPr marL="228600" lvl="0" indent="-228600" algn="just">
              <a:buNone/>
            </a:pPr>
            <a:r>
              <a:rPr lang="en-US" sz="1300" dirty="0" smtClean="0"/>
              <a:t>[6] H</a:t>
            </a:r>
            <a:r>
              <a:rPr lang="en-US" sz="1300" dirty="0"/>
              <a:t>. M. </a:t>
            </a:r>
            <a:r>
              <a:rPr lang="en-US" sz="1300" dirty="0" err="1"/>
              <a:t>Sarmad</a:t>
            </a:r>
            <a:r>
              <a:rPr lang="en-US" sz="1300" dirty="0"/>
              <a:t> Khan, S. D. </a:t>
            </a:r>
            <a:r>
              <a:rPr lang="en-US" sz="1300" dirty="0" err="1"/>
              <a:t>Mcloughlin</a:t>
            </a:r>
            <a:r>
              <a:rPr lang="en-US" sz="1300" dirty="0"/>
              <a:t>, and I. </a:t>
            </a:r>
            <a:r>
              <a:rPr lang="en-US" sz="1300" dirty="0" err="1"/>
              <a:t>Murtagh</a:t>
            </a:r>
            <a:r>
              <a:rPr lang="en-US" sz="1300" dirty="0"/>
              <a:t>, “Comparative Evaluation and Utilization of Convolutional Neural Network Architectures for Irish Sign Language Recognition,” International Journal of Combinatorial Optimization Problems and Informatics, vol. 16, no. 1, pp. 123–131, Mar. 2025, </a:t>
            </a:r>
            <a:r>
              <a:rPr lang="en-US" sz="1300" dirty="0" err="1"/>
              <a:t>doi</a:t>
            </a:r>
            <a:r>
              <a:rPr lang="en-US" sz="1300" dirty="0"/>
              <a:t>: https://doi.org/10.61467/2007.1558.2025.v16i1.550.</a:t>
            </a:r>
          </a:p>
          <a:p>
            <a:pPr marL="228600" lvl="0" indent="-228600" algn="just">
              <a:buNone/>
            </a:pPr>
            <a:r>
              <a:rPr lang="en-US" sz="1300" dirty="0" smtClean="0"/>
              <a:t>[7] A</a:t>
            </a:r>
            <a:r>
              <a:rPr lang="en-US" sz="1300" dirty="0"/>
              <a:t>. A. </a:t>
            </a:r>
            <a:r>
              <a:rPr lang="en-US" sz="1300" dirty="0" err="1"/>
              <a:t>Barbhuiya</a:t>
            </a:r>
            <a:r>
              <a:rPr lang="en-US" sz="1300" dirty="0"/>
              <a:t>, R. K. Karsh, and R. Jain, “CNN based feature extraction and classification for sign language,” Multimedia Tools Appl., vol. 80, no. 2, pp. 3051–3069, 2021, </a:t>
            </a:r>
            <a:r>
              <a:rPr lang="en-US" sz="1300" dirty="0" err="1"/>
              <a:t>doi</a:t>
            </a:r>
            <a:r>
              <a:rPr lang="en-US" sz="1300" dirty="0"/>
              <a:t>: 10.1007/S11042-020-09829-Y.</a:t>
            </a:r>
          </a:p>
          <a:p>
            <a:pPr marL="228600" lvl="0" indent="-228600" algn="just">
              <a:buNone/>
            </a:pPr>
            <a:r>
              <a:rPr lang="en-US" sz="1300" dirty="0" smtClean="0"/>
              <a:t>[8] G</a:t>
            </a:r>
            <a:r>
              <a:rPr lang="en-US" sz="1300" dirty="0"/>
              <a:t>. Huang, Z. Liu, L. Van Der </a:t>
            </a:r>
            <a:r>
              <a:rPr lang="en-US" sz="1300" dirty="0" err="1"/>
              <a:t>Maaten</a:t>
            </a:r>
            <a:r>
              <a:rPr lang="en-US" sz="1300" dirty="0"/>
              <a:t>, and K. Q. Weinberger, “Densely connected convolutional networks,” in Proc. 30th IEEE Conf. </a:t>
            </a:r>
            <a:r>
              <a:rPr lang="en-US" sz="1300" dirty="0" err="1"/>
              <a:t>Comput</a:t>
            </a:r>
            <a:r>
              <a:rPr lang="en-US" sz="1300" dirty="0"/>
              <a:t>. Vis. Pattern </a:t>
            </a:r>
            <a:r>
              <a:rPr lang="en-US" sz="1300" dirty="0" err="1"/>
              <a:t>Recognit</a:t>
            </a:r>
            <a:r>
              <a:rPr lang="en-US" sz="1300" dirty="0"/>
              <a:t>. (CVPR), 2017, pp. 2261–2269, </a:t>
            </a:r>
            <a:r>
              <a:rPr lang="en-US" sz="1300" dirty="0" err="1"/>
              <a:t>doi</a:t>
            </a:r>
            <a:r>
              <a:rPr lang="en-US" sz="1300" dirty="0"/>
              <a:t>: 10.1109/CVPR.2017.243.</a:t>
            </a:r>
          </a:p>
          <a:p>
            <a:pPr marL="228600" lvl="0" indent="-228600" algn="just">
              <a:buNone/>
            </a:pPr>
            <a:r>
              <a:rPr lang="en-US" sz="1300" dirty="0" smtClean="0"/>
              <a:t>[9] H</a:t>
            </a:r>
            <a:r>
              <a:rPr lang="en-US" sz="1300" dirty="0"/>
              <a:t>. A. </a:t>
            </a:r>
            <a:r>
              <a:rPr lang="en-US" sz="1300" dirty="0" err="1"/>
              <a:t>Taher</a:t>
            </a:r>
            <a:r>
              <a:rPr lang="en-US" sz="1300" dirty="0"/>
              <a:t> and S. R. M. </a:t>
            </a:r>
            <a:r>
              <a:rPr lang="en-US" sz="1300" dirty="0" err="1"/>
              <a:t>Zeebaree</a:t>
            </a:r>
            <a:r>
              <a:rPr lang="en-US" sz="1300" dirty="0"/>
              <a:t>, "A Critical Study of Recent Deep Learning-Based Continuous Sign Language Recognition," The Review of </a:t>
            </a:r>
            <a:r>
              <a:rPr lang="en-US" sz="1300" dirty="0" err="1"/>
              <a:t>Socionetwork</a:t>
            </a:r>
            <a:r>
              <a:rPr lang="en-US" sz="1300" dirty="0"/>
              <a:t> Strategies, vol. 19, no. 1, pp. 131–161, 2025. </a:t>
            </a:r>
            <a:r>
              <a:rPr lang="en-US" sz="1300" dirty="0" err="1"/>
              <a:t>doi</a:t>
            </a:r>
            <a:r>
              <a:rPr lang="en-US" sz="1300" dirty="0"/>
              <a:t>: </a:t>
            </a:r>
            <a:r>
              <a:rPr lang="en-US" sz="1300" dirty="0" smtClean="0"/>
              <a:t>10.1007/s12626-025-00180-y.</a:t>
            </a:r>
            <a:endParaRPr lang="en-US" sz="1300" dirty="0"/>
          </a:p>
          <a:p>
            <a:pPr marL="285750" lvl="0" indent="-285750" algn="just">
              <a:buNone/>
            </a:pPr>
            <a:r>
              <a:rPr lang="en-US" sz="1300" dirty="0" smtClean="0"/>
              <a:t>[10] D</a:t>
            </a:r>
            <a:r>
              <a:rPr lang="en-US" sz="1300" dirty="0"/>
              <a:t>. E. </a:t>
            </a:r>
            <a:r>
              <a:rPr lang="en-US" sz="1300" dirty="0" err="1"/>
              <a:t>Rumelhart</a:t>
            </a:r>
            <a:r>
              <a:rPr lang="en-US" sz="1300" dirty="0"/>
              <a:t>, G. E. Hinton, and R. J. Williams, “Learning representations by back-propagating errors,” Nature, vol. 323, no. 6088, pp. 533–536, Oct. 1986, </a:t>
            </a:r>
            <a:r>
              <a:rPr lang="en-US" sz="1300" dirty="0" err="1"/>
              <a:t>doi</a:t>
            </a:r>
            <a:r>
              <a:rPr lang="en-US" sz="1300" dirty="0"/>
              <a:t>: https://doi.org/10.1038/323533a0.</a:t>
            </a:r>
          </a:p>
        </p:txBody>
      </p:sp>
      <p:sp>
        <p:nvSpPr>
          <p:cNvPr id="18436" name="Slide Number Placeholder 1"/>
          <p:cNvSpPr>
            <a:spLocks noGrp="1" noChangeArrowheads="1"/>
          </p:cNvSpPr>
          <p:nvPr>
            <p:ph type="sldNum" sz="quarter" idx="10"/>
          </p:nvPr>
        </p:nvSpPr>
        <p:spPr>
          <a:noFill/>
        </p:spPr>
        <p:txBody>
          <a:bodyPr/>
          <a:lstStyle/>
          <a:p>
            <a:fld id="{2F0768D0-5F9D-4AE8-952B-61ABEDD9F6CF}" type="slidenum">
              <a:rPr lang="en-US"/>
              <a:pPr/>
              <a:t>17</a:t>
            </a:fld>
            <a:endParaRPr lang="en-US"/>
          </a:p>
        </p:txBody>
      </p:sp>
      <p:sp>
        <p:nvSpPr>
          <p:cNvPr id="18435" name="Rectangle 2"/>
          <p:cNvSpPr txBox="1">
            <a:spLocks noChangeArrowheads="1"/>
          </p:cNvSpPr>
          <p:nvPr/>
        </p:nvSpPr>
        <p:spPr bwMode="auto">
          <a:xfrm>
            <a:off x="674688" y="30163"/>
            <a:ext cx="6443662" cy="87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9" rIns="45719" anchor="ctr"/>
          <a:lstStyle>
            <a:lvl1pPr>
              <a:defRPr sz="1300">
                <a:solidFill>
                  <a:srgbClr val="000000"/>
                </a:solidFill>
                <a:latin typeface="Calibri" pitchFamily="34" charset="0"/>
                <a:cs typeface="Calibri" pitchFamily="34" charset="0"/>
                <a:sym typeface="Calibri" pitchFamily="34" charset="0"/>
              </a:defRPr>
            </a:lvl1pPr>
            <a:lvl2pPr>
              <a:defRPr sz="1300">
                <a:solidFill>
                  <a:srgbClr val="000000"/>
                </a:solidFill>
                <a:latin typeface="Calibri" pitchFamily="34" charset="0"/>
                <a:cs typeface="Calibri" pitchFamily="34" charset="0"/>
                <a:sym typeface="Calibri" pitchFamily="34" charset="0"/>
              </a:defRPr>
            </a:lvl2pPr>
            <a:lvl3pPr>
              <a:defRPr sz="1300">
                <a:solidFill>
                  <a:srgbClr val="000000"/>
                </a:solidFill>
                <a:latin typeface="Calibri" pitchFamily="34" charset="0"/>
                <a:cs typeface="Calibri" pitchFamily="34" charset="0"/>
                <a:sym typeface="Calibri" pitchFamily="34" charset="0"/>
              </a:defRPr>
            </a:lvl3pPr>
            <a:lvl4pPr>
              <a:defRPr sz="1300">
                <a:solidFill>
                  <a:srgbClr val="000000"/>
                </a:solidFill>
                <a:latin typeface="Calibri" pitchFamily="34" charset="0"/>
                <a:cs typeface="Calibri" pitchFamily="34" charset="0"/>
                <a:sym typeface="Calibri" pitchFamily="34" charset="0"/>
              </a:defRPr>
            </a:lvl4pPr>
            <a:lvl5pPr>
              <a:defRPr sz="1300">
                <a:solidFill>
                  <a:srgbClr val="000000"/>
                </a:solidFill>
                <a:latin typeface="Calibri" pitchFamily="34" charset="0"/>
                <a:cs typeface="Calibri" pitchFamily="34" charset="0"/>
                <a:sym typeface="Calibri" pitchFamily="34" charset="0"/>
              </a:defRPr>
            </a:lvl5pPr>
            <a:lvl6pPr marL="4572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6pPr>
            <a:lvl7pPr marL="9144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7pPr>
            <a:lvl8pPr marL="13716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8pPr>
            <a:lvl9pPr marL="1828800" indent="1371600"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9pPr>
          </a:lstStyle>
          <a:p>
            <a:pPr defTabSz="914400" eaLnBrk="1">
              <a:lnSpc>
                <a:spcPct val="90000"/>
              </a:lnSpc>
            </a:pPr>
            <a:r>
              <a:rPr lang="en-US" sz="2800" b="1">
                <a:solidFill>
                  <a:srgbClr val="FFFFFF"/>
                </a:solidFill>
              </a:rPr>
              <a:t>REFERENCES</a:t>
            </a:r>
          </a:p>
        </p:txBody>
      </p:sp>
    </p:spTree>
  </p:cSld>
  <p:clrMapOvr>
    <a:masterClrMapping/>
  </p:clrMapOvr>
  <p:transition spd="med"/>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1"/>
          <p:cNvSpPr>
            <a:spLocks noGrp="1" noChangeArrowheads="1"/>
          </p:cNvSpPr>
          <p:nvPr>
            <p:ph type="sldNum" sz="quarter" idx="10"/>
          </p:nvPr>
        </p:nvSpPr>
        <p:spPr>
          <a:noFill/>
        </p:spPr>
        <p:txBody>
          <a:bodyPr/>
          <a:lstStyle/>
          <a:p>
            <a:fld id="{F3A1C9A0-A982-4312-B76D-3063BE5E5E93}" type="slidenum">
              <a:rPr lang="en-US"/>
              <a:pPr/>
              <a:t>18</a:t>
            </a:fld>
            <a:endParaRPr lang="en-US"/>
          </a:p>
        </p:txBody>
      </p:sp>
      <p:sp>
        <p:nvSpPr>
          <p:cNvPr id="19459" name="Title 1"/>
          <p:cNvSpPr txBox="1">
            <a:spLocks noChangeArrowheads="1"/>
          </p:cNvSpPr>
          <p:nvPr/>
        </p:nvSpPr>
        <p:spPr bwMode="auto">
          <a:xfrm>
            <a:off x="5734050" y="2552700"/>
            <a:ext cx="2820988" cy="160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719" rIns="45719"/>
          <a:lstStyle>
            <a:lvl1pPr defTabSz="912813">
              <a:defRPr sz="1300">
                <a:solidFill>
                  <a:srgbClr val="000000"/>
                </a:solidFill>
                <a:latin typeface="Calibri" pitchFamily="34" charset="0"/>
                <a:cs typeface="Calibri" pitchFamily="34" charset="0"/>
                <a:sym typeface="Calibri" pitchFamily="34" charset="0"/>
              </a:defRPr>
            </a:lvl1pPr>
            <a:lvl2pPr defTabSz="912813">
              <a:defRPr sz="1300">
                <a:solidFill>
                  <a:srgbClr val="000000"/>
                </a:solidFill>
                <a:latin typeface="Calibri" pitchFamily="34" charset="0"/>
                <a:cs typeface="Calibri" pitchFamily="34" charset="0"/>
                <a:sym typeface="Calibri" pitchFamily="34" charset="0"/>
              </a:defRPr>
            </a:lvl2pPr>
            <a:lvl3pPr defTabSz="912813">
              <a:defRPr sz="1300">
                <a:solidFill>
                  <a:srgbClr val="000000"/>
                </a:solidFill>
                <a:latin typeface="Calibri" pitchFamily="34" charset="0"/>
                <a:cs typeface="Calibri" pitchFamily="34" charset="0"/>
                <a:sym typeface="Calibri" pitchFamily="34" charset="0"/>
              </a:defRPr>
            </a:lvl3pPr>
            <a:lvl4pPr defTabSz="912813">
              <a:defRPr sz="1300">
                <a:solidFill>
                  <a:srgbClr val="000000"/>
                </a:solidFill>
                <a:latin typeface="Calibri" pitchFamily="34" charset="0"/>
                <a:cs typeface="Calibri" pitchFamily="34" charset="0"/>
                <a:sym typeface="Calibri" pitchFamily="34" charset="0"/>
              </a:defRPr>
            </a:lvl4pPr>
            <a:lvl5pPr defTabSz="912813">
              <a:defRPr sz="1300">
                <a:solidFill>
                  <a:srgbClr val="000000"/>
                </a:solidFill>
                <a:latin typeface="Calibri" pitchFamily="34" charset="0"/>
                <a:cs typeface="Calibri" pitchFamily="34" charset="0"/>
                <a:sym typeface="Calibri" pitchFamily="34" charset="0"/>
              </a:defRPr>
            </a:lvl5pPr>
            <a:lvl6pPr marL="457200" indent="1371600" defTabSz="912813"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6pPr>
            <a:lvl7pPr marL="914400" indent="1371600" defTabSz="912813"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7pPr>
            <a:lvl8pPr marL="1371600" indent="1371600" defTabSz="912813"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8pPr>
            <a:lvl9pPr marL="1828800" indent="1371600" defTabSz="912813" eaLnBrk="0" fontAlgn="base" hangingPunct="0">
              <a:spcBef>
                <a:spcPct val="0"/>
              </a:spcBef>
              <a:spcAft>
                <a:spcPct val="0"/>
              </a:spcAft>
              <a:defRPr sz="1300">
                <a:solidFill>
                  <a:srgbClr val="000000"/>
                </a:solidFill>
                <a:latin typeface="Calibri" pitchFamily="34" charset="0"/>
                <a:cs typeface="Calibri" pitchFamily="34" charset="0"/>
                <a:sym typeface="Calibri" pitchFamily="34" charset="0"/>
              </a:defRPr>
            </a:lvl9pPr>
          </a:lstStyle>
          <a:p>
            <a:pPr eaLnBrk="1">
              <a:lnSpc>
                <a:spcPct val="90000"/>
              </a:lnSpc>
            </a:pPr>
            <a:r>
              <a:rPr lang="en-US" sz="4400">
                <a:latin typeface="Calibri Light" pitchFamily="34" charset="0"/>
                <a:cs typeface="Calibri Light" pitchFamily="34" charset="0"/>
                <a:sym typeface="Calibri Light" pitchFamily="34" charset="0"/>
              </a:rPr>
              <a:t>Questions</a:t>
            </a:r>
          </a:p>
        </p:txBody>
      </p:sp>
    </p:spTree>
  </p:cSld>
  <p:clrMapOvr>
    <a:masterClrMapping/>
  </p:clrMapOvr>
  <p:transition spd="med"/>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685800" rtl="0" fontAlgn="auto" latinLnBrk="0" hangingPunct="0">
          <a:lnSpc>
            <a:spcPct val="100000"/>
          </a:lnSpc>
          <a:spcBef>
            <a:spcPts val="0"/>
          </a:spcBef>
          <a:spcAft>
            <a:spcPts val="0"/>
          </a:spcAft>
          <a:buClrTx/>
          <a:buSzTx/>
          <a:buFontTx/>
          <a:buNone/>
          <a:tabLst/>
          <a:defRPr kumimoji="0" sz="13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685800" rtl="0" fontAlgn="auto" latinLnBrk="0" hangingPunct="0">
          <a:lnSpc>
            <a:spcPct val="100000"/>
          </a:lnSpc>
          <a:spcBef>
            <a:spcPts val="0"/>
          </a:spcBef>
          <a:spcAft>
            <a:spcPts val="0"/>
          </a:spcAft>
          <a:buClrTx/>
          <a:buSzTx/>
          <a:buFontTx/>
          <a:buNone/>
          <a:tabLst/>
          <a:defRPr kumimoji="0" sz="13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685800" rtl="0" fontAlgn="auto" latinLnBrk="0" hangingPunct="0">
          <a:lnSpc>
            <a:spcPct val="100000"/>
          </a:lnSpc>
          <a:spcBef>
            <a:spcPts val="0"/>
          </a:spcBef>
          <a:spcAft>
            <a:spcPts val="0"/>
          </a:spcAft>
          <a:buClrTx/>
          <a:buSzTx/>
          <a:buFontTx/>
          <a:buNone/>
          <a:tabLst/>
          <a:defRPr kumimoji="0" sz="13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685800" rtl="0" fontAlgn="auto" latinLnBrk="0" hangingPunct="0">
          <a:lnSpc>
            <a:spcPct val="100000"/>
          </a:lnSpc>
          <a:spcBef>
            <a:spcPts val="0"/>
          </a:spcBef>
          <a:spcAft>
            <a:spcPts val="0"/>
          </a:spcAft>
          <a:buClrTx/>
          <a:buSzTx/>
          <a:buFontTx/>
          <a:buNone/>
          <a:tabLst/>
          <a:defRPr kumimoji="0" sz="13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183</TotalTime>
  <Words>1760</Words>
  <Application>Microsoft Office PowerPoint</Application>
  <PresentationFormat>On-screen Show (4:3)</PresentationFormat>
  <Paragraphs>178</Paragraphs>
  <Slides>18</Slides>
  <Notes>2</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Vitalik</dc:creator>
  <cp:lastModifiedBy>Vitalik</cp:lastModifiedBy>
  <cp:revision>19</cp:revision>
  <dcterms:modified xsi:type="dcterms:W3CDTF">2026-04-06T17:53:45Z</dcterms:modified>
</cp:coreProperties>
</file>