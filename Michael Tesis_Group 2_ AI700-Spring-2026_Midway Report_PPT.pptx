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Lst>
  <p:sldSz cy="68580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2D200454-40CA-4A62-9FC3-DE9A4176ACB9}">
      <p15:notesGuideLst>
        <p15:guide id="1" orient="horz" pos="2880">
          <p15:clr>
            <a:srgbClr val="000000"/>
          </p15:clr>
        </p15:guide>
        <p15:guide id="2" pos="2160">
          <p15:clr>
            <a:srgbClr val="000000"/>
          </p15:clr>
        </p15:guide>
      </p15:notesGuideLst>
    </p:ext>
    <p:ext uri="GoogleSlidesCustomDataVersion2">
      <go:slidesCustomData xmlns:go="http://customooxmlschemas.google.com/" r:id="rId25" roundtripDataSignature="AMtx7mgd0qLELb96rRFM8UvOMY0o8Z9m3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notesViewPr>
    <p:cSldViewPr snapToGrid="0">
      <p:cViewPr varScale="1">
        <p:scale>
          <a:sx n="100" d="100"/>
          <a:sy n="100" d="100"/>
        </p:scale>
        <p:origin x="0" y="0"/>
      </p:cViewPr>
      <p:guideLst>
        <p:guide pos="2880" orient="horz"/>
        <p:guide pos="2160"/>
      </p:guideLst>
    </p:cSldViewPr>
  </p:notesViewPr>
</p:viewPr>
</file>

<file path=ppt/_rels/presentation.xml.rels><?xml version="1.0" encoding="UTF-8" standalone="yes"?><Relationships xmlns="http://schemas.openxmlformats.org/package/2006/relationships"><Relationship Id="rId20" Type="http://schemas.openxmlformats.org/officeDocument/2006/relationships/slide" Target="slides/slide15.xml"/><Relationship Id="rId22" Type="http://schemas.openxmlformats.org/officeDocument/2006/relationships/slide" Target="slides/slide17.xml"/><Relationship Id="rId21" Type="http://schemas.openxmlformats.org/officeDocument/2006/relationships/slide" Target="slides/slide16.xml"/><Relationship Id="rId24" Type="http://schemas.openxmlformats.org/officeDocument/2006/relationships/slide" Target="slides/slide19.xml"/><Relationship Id="rId23" Type="http://schemas.openxmlformats.org/officeDocument/2006/relationships/slide" Target="slides/slide18.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5" Type="http://customschemas.google.com/relationships/presentationmetadata" Target="metadata"/><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11" Type="http://schemas.openxmlformats.org/officeDocument/2006/relationships/slide" Target="slides/slide6.xml"/><Relationship Id="rId10" Type="http://schemas.openxmlformats.org/officeDocument/2006/relationships/slide" Target="slides/slide5.xml"/><Relationship Id="rId13" Type="http://schemas.openxmlformats.org/officeDocument/2006/relationships/slide" Target="slides/slide8.xml"/><Relationship Id="rId12" Type="http://schemas.openxmlformats.org/officeDocument/2006/relationships/slide" Target="slides/slide7.xml"/><Relationship Id="rId15" Type="http://schemas.openxmlformats.org/officeDocument/2006/relationships/slide" Target="slides/slide10.xml"/><Relationship Id="rId14" Type="http://schemas.openxmlformats.org/officeDocument/2006/relationships/slide" Target="slides/slide9.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 name="Google Shape;4;n"/>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270"/>
              </a:spcBef>
              <a:spcAft>
                <a:spcPts val="0"/>
              </a:spcAft>
              <a:buSzPts val="1400"/>
              <a:buNone/>
              <a:defRPr b="0" i="0" sz="900" u="none" cap="none" strike="noStrike">
                <a:solidFill>
                  <a:schemeClr val="dk1"/>
                </a:solidFill>
                <a:latin typeface="Calibri"/>
                <a:ea typeface="Calibri"/>
                <a:cs typeface="Calibri"/>
                <a:sym typeface="Calibri"/>
              </a:defRPr>
            </a:lvl1pPr>
            <a:lvl2pPr indent="-228600" lvl="1" marL="914400" marR="0" rtl="0" algn="l">
              <a:spcBef>
                <a:spcPts val="270"/>
              </a:spcBef>
              <a:spcAft>
                <a:spcPts val="0"/>
              </a:spcAft>
              <a:buSzPts val="1400"/>
              <a:buNone/>
              <a:defRPr b="0" i="0" sz="900" u="none" cap="none" strike="noStrike">
                <a:solidFill>
                  <a:schemeClr val="dk1"/>
                </a:solidFill>
                <a:latin typeface="Calibri"/>
                <a:ea typeface="Calibri"/>
                <a:cs typeface="Calibri"/>
                <a:sym typeface="Calibri"/>
              </a:defRPr>
            </a:lvl2pPr>
            <a:lvl3pPr indent="-228600" lvl="2" marL="1371600" marR="0" rtl="0" algn="l">
              <a:spcBef>
                <a:spcPts val="270"/>
              </a:spcBef>
              <a:spcAft>
                <a:spcPts val="0"/>
              </a:spcAft>
              <a:buSzPts val="1400"/>
              <a:buNone/>
              <a:defRPr b="0" i="0" sz="900" u="none" cap="none" strike="noStrike">
                <a:solidFill>
                  <a:schemeClr val="dk1"/>
                </a:solidFill>
                <a:latin typeface="Calibri"/>
                <a:ea typeface="Calibri"/>
                <a:cs typeface="Calibri"/>
                <a:sym typeface="Calibri"/>
              </a:defRPr>
            </a:lvl3pPr>
            <a:lvl4pPr indent="-228600" lvl="3" marL="1828800" marR="0" rtl="0" algn="l">
              <a:spcBef>
                <a:spcPts val="270"/>
              </a:spcBef>
              <a:spcAft>
                <a:spcPts val="0"/>
              </a:spcAft>
              <a:buSzPts val="1400"/>
              <a:buNone/>
              <a:defRPr b="0" i="0" sz="900" u="none" cap="none" strike="noStrike">
                <a:solidFill>
                  <a:schemeClr val="dk1"/>
                </a:solidFill>
                <a:latin typeface="Calibri"/>
                <a:ea typeface="Calibri"/>
                <a:cs typeface="Calibri"/>
                <a:sym typeface="Calibri"/>
              </a:defRPr>
            </a:lvl4pPr>
            <a:lvl5pPr indent="-228600" lvl="4" marL="2286000" marR="0" rtl="0" algn="l">
              <a:spcBef>
                <a:spcPts val="270"/>
              </a:spcBef>
              <a:spcAft>
                <a:spcPts val="0"/>
              </a:spcAft>
              <a:buSzPts val="1400"/>
              <a:buNone/>
              <a:defRPr b="0" i="0" sz="9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900" u="none" cap="none" strike="noStrike">
                <a:latin typeface="Calibri"/>
                <a:ea typeface="Calibri"/>
                <a:cs typeface="Calibri"/>
                <a:sym typeface="Calibri"/>
              </a:defRPr>
            </a:lvl6pPr>
            <a:lvl7pPr indent="-228600" lvl="6" marL="3200400" marR="0" rtl="0" algn="l">
              <a:spcBef>
                <a:spcPts val="0"/>
              </a:spcBef>
              <a:spcAft>
                <a:spcPts val="0"/>
              </a:spcAft>
              <a:buSzPts val="1400"/>
              <a:buNone/>
              <a:defRPr b="0" i="0" sz="900" u="none" cap="none" strike="noStrike">
                <a:latin typeface="Calibri"/>
                <a:ea typeface="Calibri"/>
                <a:cs typeface="Calibri"/>
                <a:sym typeface="Calibri"/>
              </a:defRPr>
            </a:lvl7pPr>
            <a:lvl8pPr indent="-228600" lvl="7" marL="3657600" marR="0" rtl="0" algn="l">
              <a:spcBef>
                <a:spcPts val="0"/>
              </a:spcBef>
              <a:spcAft>
                <a:spcPts val="0"/>
              </a:spcAft>
              <a:buSzPts val="1400"/>
              <a:buNone/>
              <a:defRPr b="0" i="0" sz="900" u="none" cap="none" strike="noStrike">
                <a:latin typeface="Calibri"/>
                <a:ea typeface="Calibri"/>
                <a:cs typeface="Calibri"/>
                <a:sym typeface="Calibri"/>
              </a:defRPr>
            </a:lvl8pPr>
            <a:lvl9pPr indent="-228600" lvl="8" marL="4114800" marR="0" rtl="0" algn="l">
              <a:spcBef>
                <a:spcPts val="0"/>
              </a:spcBef>
              <a:spcAft>
                <a:spcPts val="0"/>
              </a:spcAft>
              <a:buSzPts val="1400"/>
              <a:buNone/>
              <a:defRPr b="0" i="0" sz="900" u="none" cap="none" strike="noStrike">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 name="Google Shape;45;p1: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2: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52" name="Google Shape;52;p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 name="Shape 57"/>
        <p:cNvGrpSpPr/>
        <p:nvPr/>
      </p:nvGrpSpPr>
      <p:grpSpPr>
        <a:xfrm>
          <a:off x="0" y="0"/>
          <a:ext cx="0" cy="0"/>
          <a:chOff x="0" y="0"/>
          <a:chExt cx="0" cy="0"/>
        </a:xfrm>
      </p:grpSpPr>
      <p:sp>
        <p:nvSpPr>
          <p:cNvPr id="58" name="Google Shape;58;p3: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59" name="Google Shape;59;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4: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66" name="Google Shape;66;p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5: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74" name="Google Shape;74;p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p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81" name="Google Shape;81;p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p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89" name="Google Shape;89;p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8: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33" name="Google Shape;133;p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40" name="Google Shape;140;p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0: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49" name="Google Shape;149;p1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1: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57" name="Google Shape;157;p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2: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66" name="Google Shape;166;p1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p13: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74" name="Google Shape;174;p1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4: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82" name="Google Shape;182;p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0" name="Shape 190"/>
        <p:cNvGrpSpPr/>
        <p:nvPr/>
      </p:nvGrpSpPr>
      <p:grpSpPr>
        <a:xfrm>
          <a:off x="0" y="0"/>
          <a:ext cx="0" cy="0"/>
          <a:chOff x="0" y="0"/>
          <a:chExt cx="0" cy="0"/>
        </a:xfrm>
      </p:grpSpPr>
      <p:sp>
        <p:nvSpPr>
          <p:cNvPr id="191" name="Google Shape;191;g3d4dbceaba0_0_5: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92" name="Google Shape;192;g3d4dbceaba0_0_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5: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199" name="Google Shape;199;p1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16: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207" name="Google Shape;207;p1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2" name="Shape 212"/>
        <p:cNvGrpSpPr/>
        <p:nvPr/>
      </p:nvGrpSpPr>
      <p:grpSpPr>
        <a:xfrm>
          <a:off x="0" y="0"/>
          <a:ext cx="0" cy="0"/>
          <a:chOff x="0" y="0"/>
          <a:chExt cx="0" cy="0"/>
        </a:xfrm>
      </p:grpSpPr>
      <p:sp>
        <p:nvSpPr>
          <p:cNvPr id="213" name="Google Shape;213;p17:notes"/>
          <p:cNvSpPr txBox="1"/>
          <p:nvPr>
            <p:ph idx="1" type="body"/>
          </p:nvPr>
        </p:nvSpPr>
        <p:spPr>
          <a:xfrm>
            <a:off x="914400" y="4343400"/>
            <a:ext cx="5029200" cy="4114800"/>
          </a:xfrm>
          <a:prstGeom prst="rect">
            <a:avLst/>
          </a:prstGeom>
        </p:spPr>
        <p:txBody>
          <a:bodyPr anchorCtr="0" anchor="t" bIns="45700" lIns="91425" spcFirstLastPara="1" rIns="91425" wrap="square" tIns="45700">
            <a:noAutofit/>
          </a:bodyPr>
          <a:lstStyle/>
          <a:p>
            <a:pPr indent="0" lvl="0" marL="0" rtl="0" algn="l">
              <a:spcBef>
                <a:spcPts val="270"/>
              </a:spcBef>
              <a:spcAft>
                <a:spcPts val="0"/>
              </a:spcAft>
              <a:buNone/>
            </a:pPr>
            <a:r>
              <a:t/>
            </a:r>
            <a:endParaRPr/>
          </a:p>
        </p:txBody>
      </p:sp>
      <p:sp>
        <p:nvSpPr>
          <p:cNvPr id="214" name="Google Shape;214;p1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9" name="Shape 219"/>
        <p:cNvGrpSpPr/>
        <p:nvPr/>
      </p:nvGrpSpPr>
      <p:grpSpPr>
        <a:xfrm>
          <a:off x="0" y="0"/>
          <a:ext cx="0" cy="0"/>
          <a:chOff x="0" y="0"/>
          <a:chExt cx="0" cy="0"/>
        </a:xfrm>
      </p:grpSpPr>
      <p:sp>
        <p:nvSpPr>
          <p:cNvPr id="220" name="Google Shape;220;p1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1" name="Google Shape;221;p18: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x">
  <p:cSld name="TITLE_AND_BODY">
    <p:spTree>
      <p:nvGrpSpPr>
        <p:cNvPr id="13" name="Shape 13"/>
        <p:cNvGrpSpPr/>
        <p:nvPr/>
      </p:nvGrpSpPr>
      <p:grpSpPr>
        <a:xfrm>
          <a:off x="0" y="0"/>
          <a:ext cx="0" cy="0"/>
          <a:chOff x="0" y="0"/>
          <a:chExt cx="0" cy="0"/>
        </a:xfrm>
      </p:grpSpPr>
      <p:sp>
        <p:nvSpPr>
          <p:cNvPr id="14" name="Google Shape;14;p20"/>
          <p:cNvSpPr txBox="1"/>
          <p:nvPr>
            <p:ph idx="12" type="sldNum"/>
          </p:nvPr>
        </p:nvSpPr>
        <p:spPr>
          <a:xfrm>
            <a:off x="4419600" y="6172200"/>
            <a:ext cx="2133600" cy="368300"/>
          </a:xfrm>
          <a:prstGeom prst="rect">
            <a:avLst/>
          </a:prstGeom>
          <a:noFill/>
          <a:ln>
            <a:noFill/>
          </a:ln>
        </p:spPr>
        <p:txBody>
          <a:bodyPr anchorCtr="0" anchor="ctr" bIns="45700" lIns="45700" spcFirstLastPara="1" rIns="45700" wrap="square" tIns="45700">
            <a:spAutoFit/>
          </a:bodyPr>
          <a:lstStyle>
            <a:lvl1pPr indent="0" lvl="0" marL="0" algn="r">
              <a:spcBef>
                <a:spcPts val="0"/>
              </a:spcBef>
              <a:spcAft>
                <a:spcPts val="0"/>
              </a:spcAft>
              <a:buNone/>
              <a:defRPr b="0" i="0" sz="1200" u="none" cap="none" strike="noStrike">
                <a:solidFill>
                  <a:srgbClr val="888888"/>
                </a:solidFill>
                <a:latin typeface="Calibri"/>
                <a:ea typeface="Calibri"/>
                <a:cs typeface="Calibri"/>
                <a:sym typeface="Calibri"/>
              </a:defRPr>
            </a:lvl1pPr>
            <a:lvl2pPr indent="0" lvl="1" marL="0" algn="r">
              <a:spcBef>
                <a:spcPts val="0"/>
              </a:spcBef>
              <a:spcAft>
                <a:spcPts val="0"/>
              </a:spcAft>
              <a:buNone/>
              <a:defRPr b="0" i="0" sz="1200" u="none" cap="none" strike="noStrike">
                <a:solidFill>
                  <a:srgbClr val="888888"/>
                </a:solidFill>
                <a:latin typeface="Calibri"/>
                <a:ea typeface="Calibri"/>
                <a:cs typeface="Calibri"/>
                <a:sym typeface="Calibri"/>
              </a:defRPr>
            </a:lvl2pPr>
            <a:lvl3pPr indent="0" lvl="2" marL="0" algn="r">
              <a:spcBef>
                <a:spcPts val="0"/>
              </a:spcBef>
              <a:spcAft>
                <a:spcPts val="0"/>
              </a:spcAft>
              <a:buNone/>
              <a:defRPr b="0" i="0" sz="1200" u="none" cap="none" strike="noStrike">
                <a:solidFill>
                  <a:srgbClr val="888888"/>
                </a:solidFill>
                <a:latin typeface="Calibri"/>
                <a:ea typeface="Calibri"/>
                <a:cs typeface="Calibri"/>
                <a:sym typeface="Calibri"/>
              </a:defRPr>
            </a:lvl3pPr>
            <a:lvl4pPr indent="0" lvl="3" marL="0" algn="r">
              <a:spcBef>
                <a:spcPts val="0"/>
              </a:spcBef>
              <a:spcAft>
                <a:spcPts val="0"/>
              </a:spcAft>
              <a:buNone/>
              <a:defRPr b="0" i="0" sz="1200" u="none" cap="none" strike="noStrike">
                <a:solidFill>
                  <a:srgbClr val="888888"/>
                </a:solidFill>
                <a:latin typeface="Calibri"/>
                <a:ea typeface="Calibri"/>
                <a:cs typeface="Calibri"/>
                <a:sym typeface="Calibri"/>
              </a:defRPr>
            </a:lvl4pPr>
            <a:lvl5pPr indent="0" lvl="4" marL="0" algn="r">
              <a:spcBef>
                <a:spcPts val="0"/>
              </a:spcBef>
              <a:spcAft>
                <a:spcPts val="0"/>
              </a:spcAft>
              <a:buNone/>
              <a:defRPr b="0" i="0" sz="1200" u="none" cap="none" strike="noStrike">
                <a:solidFill>
                  <a:srgbClr val="888888"/>
                </a:solidFill>
                <a:latin typeface="Calibri"/>
                <a:ea typeface="Calibri"/>
                <a:cs typeface="Calibri"/>
                <a:sym typeface="Calibri"/>
              </a:defRPr>
            </a:lvl5pPr>
            <a:lvl6pPr indent="0" lvl="5" marL="0" algn="r">
              <a:spcBef>
                <a:spcPts val="0"/>
              </a:spcBef>
              <a:spcAft>
                <a:spcPts val="0"/>
              </a:spcAft>
              <a:buNone/>
              <a:defRPr b="0" i="0" sz="1200" u="none" cap="none" strike="noStrike">
                <a:solidFill>
                  <a:srgbClr val="888888"/>
                </a:solidFill>
                <a:latin typeface="Calibri"/>
                <a:ea typeface="Calibri"/>
                <a:cs typeface="Calibri"/>
                <a:sym typeface="Calibri"/>
              </a:defRPr>
            </a:lvl6pPr>
            <a:lvl7pPr indent="0" lvl="6" marL="0" algn="r">
              <a:spcBef>
                <a:spcPts val="0"/>
              </a:spcBef>
              <a:spcAft>
                <a:spcPts val="0"/>
              </a:spcAft>
              <a:buNone/>
              <a:defRPr b="0" i="0" sz="1200" u="none" cap="none" strike="noStrike">
                <a:solidFill>
                  <a:srgbClr val="888888"/>
                </a:solidFill>
                <a:latin typeface="Calibri"/>
                <a:ea typeface="Calibri"/>
                <a:cs typeface="Calibri"/>
                <a:sym typeface="Calibri"/>
              </a:defRPr>
            </a:lvl7pPr>
            <a:lvl8pPr indent="0" lvl="7" marL="0" algn="r">
              <a:spcBef>
                <a:spcPts val="0"/>
              </a:spcBef>
              <a:spcAft>
                <a:spcPts val="0"/>
              </a:spcAft>
              <a:buNone/>
              <a:defRPr b="0" i="0" sz="1200" u="none" cap="none" strike="noStrike">
                <a:solidFill>
                  <a:srgbClr val="888888"/>
                </a:solidFill>
                <a:latin typeface="Calibri"/>
                <a:ea typeface="Calibri"/>
                <a:cs typeface="Calibri"/>
                <a:sym typeface="Calibri"/>
              </a:defRPr>
            </a:lvl8pPr>
            <a:lvl9pPr indent="0" lvl="8" marL="0" algn="r">
              <a:spcBef>
                <a:spcPts val="0"/>
              </a:spcBef>
              <a:spcAft>
                <a:spcPts val="0"/>
              </a:spcAft>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showMasterSp="0">
  <p:cSld name="Title and Content">
    <p:spTree>
      <p:nvGrpSpPr>
        <p:cNvPr id="15" name="Shape 15"/>
        <p:cNvGrpSpPr/>
        <p:nvPr/>
      </p:nvGrpSpPr>
      <p:grpSpPr>
        <a:xfrm>
          <a:off x="0" y="0"/>
          <a:ext cx="0" cy="0"/>
          <a:chOff x="0" y="0"/>
          <a:chExt cx="0" cy="0"/>
        </a:xfrm>
      </p:grpSpPr>
      <p:sp>
        <p:nvSpPr>
          <p:cNvPr id="16" name="Google Shape;16;p21"/>
          <p:cNvSpPr/>
          <p:nvPr/>
        </p:nvSpPr>
        <p:spPr>
          <a:xfrm>
            <a:off x="0" y="0"/>
            <a:ext cx="9144000" cy="914400"/>
          </a:xfrm>
          <a:prstGeom prst="rect">
            <a:avLst/>
          </a:prstGeom>
          <a:solidFill>
            <a:srgbClr val="69B3E7"/>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b="0" i="0" sz="1300" u="none" cap="none" strike="noStrike">
              <a:solidFill>
                <a:srgbClr val="FFFFFF"/>
              </a:solidFill>
              <a:latin typeface="Calibri"/>
              <a:ea typeface="Calibri"/>
              <a:cs typeface="Calibri"/>
              <a:sym typeface="Calibri"/>
            </a:endParaRPr>
          </a:p>
        </p:txBody>
      </p:sp>
      <p:sp>
        <p:nvSpPr>
          <p:cNvPr id="17" name="Google Shape;17;p21"/>
          <p:cNvSpPr/>
          <p:nvPr/>
        </p:nvSpPr>
        <p:spPr>
          <a:xfrm>
            <a:off x="0" y="6675438"/>
            <a:ext cx="9144000" cy="182562"/>
          </a:xfrm>
          <a:prstGeom prst="rect">
            <a:avLst/>
          </a:prstGeom>
          <a:solidFill>
            <a:srgbClr val="FFC72C"/>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b="0" i="0" sz="1300" u="none" cap="none" strike="noStrike">
              <a:solidFill>
                <a:srgbClr val="FFFFFF"/>
              </a:solidFill>
              <a:latin typeface="Calibri"/>
              <a:ea typeface="Calibri"/>
              <a:cs typeface="Calibri"/>
              <a:sym typeface="Calibri"/>
            </a:endParaRPr>
          </a:p>
        </p:txBody>
      </p:sp>
      <p:pic>
        <p:nvPicPr>
          <p:cNvPr descr="Picture 12" id="18" name="Google Shape;18;p21"/>
          <p:cNvPicPr preferRelativeResize="0"/>
          <p:nvPr/>
        </p:nvPicPr>
        <p:blipFill rotWithShape="1">
          <a:blip r:embed="rId2">
            <a:alphaModFix/>
          </a:blip>
          <a:srcRect b="0" l="0" r="0" t="0"/>
          <a:stretch/>
        </p:blipFill>
        <p:spPr>
          <a:xfrm>
            <a:off x="7847013" y="322263"/>
            <a:ext cx="668337" cy="269875"/>
          </a:xfrm>
          <a:prstGeom prst="rect">
            <a:avLst/>
          </a:prstGeom>
          <a:noFill/>
          <a:ln>
            <a:noFill/>
          </a:ln>
        </p:spPr>
      </p:pic>
      <p:sp>
        <p:nvSpPr>
          <p:cNvPr id="19" name="Google Shape;19;p21"/>
          <p:cNvSpPr txBox="1"/>
          <p:nvPr>
            <p:ph type="title"/>
          </p:nvPr>
        </p:nvSpPr>
        <p:spPr>
          <a:xfrm>
            <a:off x="628650" y="1233169"/>
            <a:ext cx="7886700" cy="1325563"/>
          </a:xfrm>
          <a:prstGeom prst="rect">
            <a:avLst/>
          </a:prstGeom>
          <a:noFill/>
          <a:ln>
            <a:noFill/>
          </a:ln>
        </p:spPr>
        <p:txBody>
          <a:bodyPr anchorCtr="0" anchor="ctr" bIns="45700" lIns="45700" spcFirstLastPara="1" rIns="45700" wrap="square" tIns="45700">
            <a:noAutofit/>
          </a:bodyPr>
          <a:lstStyle>
            <a:lvl1pPr lvl="0" algn="l">
              <a:lnSpc>
                <a:spcPct val="90000"/>
              </a:lnSpc>
              <a:spcBef>
                <a:spcPts val="0"/>
              </a:spcBef>
              <a:spcAft>
                <a:spcPts val="0"/>
              </a:spcAft>
              <a:buSzPts val="1400"/>
              <a:buNone/>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20" name="Google Shape;20;p21"/>
          <p:cNvSpPr txBox="1"/>
          <p:nvPr>
            <p:ph idx="1" type="body"/>
          </p:nvPr>
        </p:nvSpPr>
        <p:spPr>
          <a:xfrm>
            <a:off x="628650" y="2693670"/>
            <a:ext cx="7886700" cy="3476724"/>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000"/>
              </a:spcBef>
              <a:spcAft>
                <a:spcPts val="0"/>
              </a:spcAft>
              <a:buClr>
                <a:srgbClr val="000000"/>
              </a:buClr>
              <a:buSzPts val="1800"/>
              <a:buChar char="•"/>
              <a:defRPr/>
            </a:lvl1pPr>
            <a:lvl2pPr indent="-342900" lvl="1" marL="914400" algn="l">
              <a:lnSpc>
                <a:spcPct val="90000"/>
              </a:lnSpc>
              <a:spcBef>
                <a:spcPts val="1000"/>
              </a:spcBef>
              <a:spcAft>
                <a:spcPts val="0"/>
              </a:spcAft>
              <a:buClr>
                <a:srgbClr val="000000"/>
              </a:buClr>
              <a:buSzPts val="1800"/>
              <a:buChar char="•"/>
              <a:defRPr/>
            </a:lvl2pPr>
            <a:lvl3pPr indent="-342900" lvl="2" marL="1371600" algn="l">
              <a:lnSpc>
                <a:spcPct val="90000"/>
              </a:lnSpc>
              <a:spcBef>
                <a:spcPts val="1000"/>
              </a:spcBef>
              <a:spcAft>
                <a:spcPts val="0"/>
              </a:spcAft>
              <a:buClr>
                <a:srgbClr val="000000"/>
              </a:buClr>
              <a:buSzPts val="1800"/>
              <a:buChar char="•"/>
              <a:defRPr/>
            </a:lvl3pPr>
            <a:lvl4pPr indent="-342900" lvl="3" marL="1828800" algn="l">
              <a:lnSpc>
                <a:spcPct val="90000"/>
              </a:lnSpc>
              <a:spcBef>
                <a:spcPts val="1000"/>
              </a:spcBef>
              <a:spcAft>
                <a:spcPts val="0"/>
              </a:spcAft>
              <a:buClr>
                <a:srgbClr val="000000"/>
              </a:buClr>
              <a:buSzPts val="1800"/>
              <a:buChar char="•"/>
              <a:defRPr/>
            </a:lvl4pPr>
            <a:lvl5pPr indent="-342900" lvl="4" marL="2286000" algn="l">
              <a:lnSpc>
                <a:spcPct val="90000"/>
              </a:lnSpc>
              <a:spcBef>
                <a:spcPts val="1000"/>
              </a:spcBef>
              <a:spcAft>
                <a:spcPts val="0"/>
              </a:spcAft>
              <a:buClr>
                <a:srgbClr val="000000"/>
              </a:buClr>
              <a:buSzPts val="1800"/>
              <a:buChar char="•"/>
              <a:defRPr/>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21" name="Google Shape;21;p21"/>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lvl1pPr indent="0" lvl="0" marL="0" algn="r">
              <a:spcBef>
                <a:spcPts val="0"/>
              </a:spcBef>
              <a:spcAft>
                <a:spcPts val="0"/>
              </a:spcAft>
              <a:buNone/>
              <a:defRPr b="0" i="0" sz="1200" u="none" cap="none" strike="noStrike">
                <a:solidFill>
                  <a:srgbClr val="000000"/>
                </a:solidFill>
                <a:latin typeface="Calibri"/>
                <a:ea typeface="Calibri"/>
                <a:cs typeface="Calibri"/>
                <a:sym typeface="Calibri"/>
              </a:defRPr>
            </a:lvl1pPr>
            <a:lvl2pPr indent="0" lvl="1" marL="0" algn="r">
              <a:spcBef>
                <a:spcPts val="0"/>
              </a:spcBef>
              <a:spcAft>
                <a:spcPts val="0"/>
              </a:spcAft>
              <a:buNone/>
              <a:defRPr b="0" i="0" sz="1200" u="none" cap="none" strike="noStrike">
                <a:solidFill>
                  <a:srgbClr val="000000"/>
                </a:solidFill>
                <a:latin typeface="Calibri"/>
                <a:ea typeface="Calibri"/>
                <a:cs typeface="Calibri"/>
                <a:sym typeface="Calibri"/>
              </a:defRPr>
            </a:lvl2pPr>
            <a:lvl3pPr indent="0" lvl="2" marL="0" algn="r">
              <a:spcBef>
                <a:spcPts val="0"/>
              </a:spcBef>
              <a:spcAft>
                <a:spcPts val="0"/>
              </a:spcAft>
              <a:buNone/>
              <a:defRPr b="0" i="0" sz="1200" u="none" cap="none" strike="noStrike">
                <a:solidFill>
                  <a:srgbClr val="000000"/>
                </a:solidFill>
                <a:latin typeface="Calibri"/>
                <a:ea typeface="Calibri"/>
                <a:cs typeface="Calibri"/>
                <a:sym typeface="Calibri"/>
              </a:defRPr>
            </a:lvl3pPr>
            <a:lvl4pPr indent="0" lvl="3" marL="0" algn="r">
              <a:spcBef>
                <a:spcPts val="0"/>
              </a:spcBef>
              <a:spcAft>
                <a:spcPts val="0"/>
              </a:spcAft>
              <a:buNone/>
              <a:defRPr b="0" i="0" sz="1200" u="none" cap="none" strike="noStrike">
                <a:solidFill>
                  <a:srgbClr val="000000"/>
                </a:solidFill>
                <a:latin typeface="Calibri"/>
                <a:ea typeface="Calibri"/>
                <a:cs typeface="Calibri"/>
                <a:sym typeface="Calibri"/>
              </a:defRPr>
            </a:lvl4pPr>
            <a:lvl5pPr indent="0" lvl="4" marL="0" algn="r">
              <a:spcBef>
                <a:spcPts val="0"/>
              </a:spcBef>
              <a:spcAft>
                <a:spcPts val="0"/>
              </a:spcAft>
              <a:buNone/>
              <a:defRPr b="0" i="0" sz="1200" u="none" cap="none" strike="noStrike">
                <a:solidFill>
                  <a:srgbClr val="000000"/>
                </a:solidFill>
                <a:latin typeface="Calibri"/>
                <a:ea typeface="Calibri"/>
                <a:cs typeface="Calibri"/>
                <a:sym typeface="Calibri"/>
              </a:defRPr>
            </a:lvl5pPr>
            <a:lvl6pPr indent="0" lvl="5" marL="0" algn="r">
              <a:spcBef>
                <a:spcPts val="0"/>
              </a:spcBef>
              <a:spcAft>
                <a:spcPts val="0"/>
              </a:spcAft>
              <a:buNone/>
              <a:defRPr b="0" i="0" sz="1200" u="none" cap="none" strike="noStrike">
                <a:solidFill>
                  <a:srgbClr val="000000"/>
                </a:solidFill>
                <a:latin typeface="Calibri"/>
                <a:ea typeface="Calibri"/>
                <a:cs typeface="Calibri"/>
                <a:sym typeface="Calibri"/>
              </a:defRPr>
            </a:lvl6pPr>
            <a:lvl7pPr indent="0" lvl="6" marL="0" algn="r">
              <a:spcBef>
                <a:spcPts val="0"/>
              </a:spcBef>
              <a:spcAft>
                <a:spcPts val="0"/>
              </a:spcAft>
              <a:buNone/>
              <a:defRPr b="0" i="0" sz="1200" u="none" cap="none" strike="noStrike">
                <a:solidFill>
                  <a:srgbClr val="000000"/>
                </a:solidFill>
                <a:latin typeface="Calibri"/>
                <a:ea typeface="Calibri"/>
                <a:cs typeface="Calibri"/>
                <a:sym typeface="Calibri"/>
              </a:defRPr>
            </a:lvl7pPr>
            <a:lvl8pPr indent="0" lvl="7" marL="0" algn="r">
              <a:spcBef>
                <a:spcPts val="0"/>
              </a:spcBef>
              <a:spcAft>
                <a:spcPts val="0"/>
              </a:spcAft>
              <a:buNone/>
              <a:defRPr b="0" i="0" sz="1200" u="none" cap="none" strike="noStrike">
                <a:solidFill>
                  <a:srgbClr val="000000"/>
                </a:solidFill>
                <a:latin typeface="Calibri"/>
                <a:ea typeface="Calibri"/>
                <a:cs typeface="Calibri"/>
                <a:sym typeface="Calibri"/>
              </a:defRPr>
            </a:lvl8pPr>
            <a:lvl9pPr indent="0" lvl="8" marL="0" algn="r">
              <a:spcBef>
                <a:spcPts val="0"/>
              </a:spcBef>
              <a:spcAft>
                <a:spcPts val="0"/>
              </a:spcAft>
              <a:buNone/>
              <a:defRPr b="0" i="0" sz="1200" u="none" cap="none" strike="noStrike">
                <a:solidFill>
                  <a:srgbClr val="000000"/>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p:cSld name="Picture with Caption">
    <p:spTree>
      <p:nvGrpSpPr>
        <p:cNvPr id="22" name="Shape 22"/>
        <p:cNvGrpSpPr/>
        <p:nvPr/>
      </p:nvGrpSpPr>
      <p:grpSpPr>
        <a:xfrm>
          <a:off x="0" y="0"/>
          <a:ext cx="0" cy="0"/>
          <a:chOff x="0" y="0"/>
          <a:chExt cx="0" cy="0"/>
        </a:xfrm>
      </p:grpSpPr>
      <p:sp>
        <p:nvSpPr>
          <p:cNvPr id="23" name="Google Shape;23;p22"/>
          <p:cNvSpPr/>
          <p:nvPr/>
        </p:nvSpPr>
        <p:spPr>
          <a:xfrm>
            <a:off x="0" y="0"/>
            <a:ext cx="9144000" cy="914400"/>
          </a:xfrm>
          <a:prstGeom prst="rect">
            <a:avLst/>
          </a:prstGeom>
          <a:solidFill>
            <a:srgbClr val="69B3E7"/>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b="0" i="0" sz="1300" u="none" cap="none" strike="noStrike">
              <a:solidFill>
                <a:srgbClr val="FFFFFF"/>
              </a:solidFill>
              <a:latin typeface="Calibri"/>
              <a:ea typeface="Calibri"/>
              <a:cs typeface="Calibri"/>
              <a:sym typeface="Calibri"/>
            </a:endParaRPr>
          </a:p>
        </p:txBody>
      </p:sp>
      <p:sp>
        <p:nvSpPr>
          <p:cNvPr id="24" name="Google Shape;24;p22"/>
          <p:cNvSpPr/>
          <p:nvPr/>
        </p:nvSpPr>
        <p:spPr>
          <a:xfrm>
            <a:off x="0" y="6675438"/>
            <a:ext cx="9144000" cy="182562"/>
          </a:xfrm>
          <a:prstGeom prst="rect">
            <a:avLst/>
          </a:prstGeom>
          <a:solidFill>
            <a:srgbClr val="FFC72C"/>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b="0" i="0" sz="1300" u="none" cap="none" strike="noStrike">
              <a:solidFill>
                <a:srgbClr val="FFFFFF"/>
              </a:solidFill>
              <a:latin typeface="Calibri"/>
              <a:ea typeface="Calibri"/>
              <a:cs typeface="Calibri"/>
              <a:sym typeface="Calibri"/>
            </a:endParaRPr>
          </a:p>
        </p:txBody>
      </p:sp>
      <p:pic>
        <p:nvPicPr>
          <p:cNvPr descr="Picture 12" id="25" name="Google Shape;25;p22"/>
          <p:cNvPicPr preferRelativeResize="0"/>
          <p:nvPr/>
        </p:nvPicPr>
        <p:blipFill rotWithShape="1">
          <a:blip r:embed="rId2">
            <a:alphaModFix/>
          </a:blip>
          <a:srcRect b="0" l="0" r="0" t="0"/>
          <a:stretch/>
        </p:blipFill>
        <p:spPr>
          <a:xfrm>
            <a:off x="7847013" y="322263"/>
            <a:ext cx="668337" cy="269875"/>
          </a:xfrm>
          <a:prstGeom prst="rect">
            <a:avLst/>
          </a:prstGeom>
          <a:noFill/>
          <a:ln>
            <a:noFill/>
          </a:ln>
        </p:spPr>
      </p:pic>
      <p:sp>
        <p:nvSpPr>
          <p:cNvPr id="26" name="Google Shape;26;p22"/>
          <p:cNvSpPr txBox="1"/>
          <p:nvPr>
            <p:ph type="title"/>
          </p:nvPr>
        </p:nvSpPr>
        <p:spPr>
          <a:xfrm>
            <a:off x="629841" y="1233169"/>
            <a:ext cx="2949178" cy="1600201"/>
          </a:xfrm>
          <a:prstGeom prst="rect">
            <a:avLst/>
          </a:prstGeom>
          <a:noFill/>
          <a:ln>
            <a:noFill/>
          </a:ln>
        </p:spPr>
        <p:txBody>
          <a:bodyPr anchorCtr="0" anchor="b" bIns="45700" lIns="45700" spcFirstLastPara="1" rIns="45700" wrap="square" tIns="45700">
            <a:noAutofit/>
          </a:bodyPr>
          <a:lstStyle>
            <a:lvl1pPr lvl="0" algn="l">
              <a:lnSpc>
                <a:spcPct val="90000"/>
              </a:lnSpc>
              <a:spcBef>
                <a:spcPts val="0"/>
              </a:spcBef>
              <a:spcAft>
                <a:spcPts val="0"/>
              </a:spcAft>
              <a:buSzPts val="1400"/>
              <a:buNone/>
              <a:defRPr sz="3200"/>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27" name="Google Shape;27;p22"/>
          <p:cNvSpPr/>
          <p:nvPr>
            <p:ph idx="2" type="pic"/>
          </p:nvPr>
        </p:nvSpPr>
        <p:spPr>
          <a:xfrm>
            <a:off x="3887391" y="1233169"/>
            <a:ext cx="4629151" cy="4873626"/>
          </a:xfrm>
          <a:prstGeom prst="rect">
            <a:avLst/>
          </a:prstGeom>
          <a:noFill/>
          <a:ln>
            <a:noFill/>
          </a:ln>
        </p:spPr>
      </p:sp>
      <p:sp>
        <p:nvSpPr>
          <p:cNvPr id="28" name="Google Shape;28;p22"/>
          <p:cNvSpPr txBox="1"/>
          <p:nvPr>
            <p:ph idx="1" type="body"/>
          </p:nvPr>
        </p:nvSpPr>
        <p:spPr>
          <a:xfrm>
            <a:off x="629841" y="2992292"/>
            <a:ext cx="2949178" cy="3114504"/>
          </a:xfrm>
          <a:prstGeom prst="rect">
            <a:avLst/>
          </a:prstGeom>
          <a:noFill/>
          <a:ln>
            <a:noFill/>
          </a:ln>
        </p:spPr>
        <p:txBody>
          <a:bodyPr anchorCtr="0" anchor="t" bIns="45700" lIns="45700" spcFirstLastPara="1" rIns="45700" wrap="square" tIns="45700">
            <a:noAutofit/>
          </a:bodyPr>
          <a:lstStyle>
            <a:lvl1pPr indent="-228600" lvl="0" marL="457200" algn="l">
              <a:lnSpc>
                <a:spcPct val="90000"/>
              </a:lnSpc>
              <a:spcBef>
                <a:spcPts val="1000"/>
              </a:spcBef>
              <a:spcAft>
                <a:spcPts val="0"/>
              </a:spcAft>
              <a:buClr>
                <a:srgbClr val="000000"/>
              </a:buClr>
              <a:buSzPts val="1600"/>
              <a:buFont typeface="Calibri"/>
              <a:buNone/>
              <a:defRPr sz="1600"/>
            </a:lvl1pPr>
            <a:lvl2pPr indent="-228600" lvl="1" marL="914400" algn="l">
              <a:lnSpc>
                <a:spcPct val="90000"/>
              </a:lnSpc>
              <a:spcBef>
                <a:spcPts val="1000"/>
              </a:spcBef>
              <a:spcAft>
                <a:spcPts val="0"/>
              </a:spcAft>
              <a:buClr>
                <a:srgbClr val="000000"/>
              </a:buClr>
              <a:buSzPts val="1600"/>
              <a:buFont typeface="Calibri"/>
              <a:buNone/>
              <a:defRPr sz="1600"/>
            </a:lvl2pPr>
            <a:lvl3pPr indent="-228600" lvl="2" marL="1371600" algn="l">
              <a:lnSpc>
                <a:spcPct val="90000"/>
              </a:lnSpc>
              <a:spcBef>
                <a:spcPts val="1000"/>
              </a:spcBef>
              <a:spcAft>
                <a:spcPts val="0"/>
              </a:spcAft>
              <a:buClr>
                <a:srgbClr val="000000"/>
              </a:buClr>
              <a:buSzPts val="1600"/>
              <a:buFont typeface="Calibri"/>
              <a:buNone/>
              <a:defRPr sz="1600"/>
            </a:lvl3pPr>
            <a:lvl4pPr indent="-228600" lvl="3" marL="1828800" algn="l">
              <a:lnSpc>
                <a:spcPct val="90000"/>
              </a:lnSpc>
              <a:spcBef>
                <a:spcPts val="1000"/>
              </a:spcBef>
              <a:spcAft>
                <a:spcPts val="0"/>
              </a:spcAft>
              <a:buClr>
                <a:srgbClr val="000000"/>
              </a:buClr>
              <a:buSzPts val="1600"/>
              <a:buFont typeface="Calibri"/>
              <a:buNone/>
              <a:defRPr sz="1600"/>
            </a:lvl4pPr>
            <a:lvl5pPr indent="-228600" lvl="4" marL="2286000" algn="l">
              <a:lnSpc>
                <a:spcPct val="90000"/>
              </a:lnSpc>
              <a:spcBef>
                <a:spcPts val="1000"/>
              </a:spcBef>
              <a:spcAft>
                <a:spcPts val="0"/>
              </a:spcAft>
              <a:buClr>
                <a:srgbClr val="000000"/>
              </a:buClr>
              <a:buSzPts val="1600"/>
              <a:buFont typeface="Calibri"/>
              <a:buNone/>
              <a:defRPr sz="1600"/>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29" name="Google Shape;29;p22"/>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lvl1pPr indent="0" lvl="0" marL="0" algn="r">
              <a:spcBef>
                <a:spcPts val="0"/>
              </a:spcBef>
              <a:spcAft>
                <a:spcPts val="0"/>
              </a:spcAft>
              <a:buNone/>
              <a:defRPr b="0" i="0" sz="1200" u="none" cap="none" strike="noStrike">
                <a:solidFill>
                  <a:srgbClr val="000000"/>
                </a:solidFill>
                <a:latin typeface="Calibri"/>
                <a:ea typeface="Calibri"/>
                <a:cs typeface="Calibri"/>
                <a:sym typeface="Calibri"/>
              </a:defRPr>
            </a:lvl1pPr>
            <a:lvl2pPr indent="0" lvl="1" marL="0" algn="r">
              <a:spcBef>
                <a:spcPts val="0"/>
              </a:spcBef>
              <a:spcAft>
                <a:spcPts val="0"/>
              </a:spcAft>
              <a:buNone/>
              <a:defRPr b="0" i="0" sz="1200" u="none" cap="none" strike="noStrike">
                <a:solidFill>
                  <a:srgbClr val="000000"/>
                </a:solidFill>
                <a:latin typeface="Calibri"/>
                <a:ea typeface="Calibri"/>
                <a:cs typeface="Calibri"/>
                <a:sym typeface="Calibri"/>
              </a:defRPr>
            </a:lvl2pPr>
            <a:lvl3pPr indent="0" lvl="2" marL="0" algn="r">
              <a:spcBef>
                <a:spcPts val="0"/>
              </a:spcBef>
              <a:spcAft>
                <a:spcPts val="0"/>
              </a:spcAft>
              <a:buNone/>
              <a:defRPr b="0" i="0" sz="1200" u="none" cap="none" strike="noStrike">
                <a:solidFill>
                  <a:srgbClr val="000000"/>
                </a:solidFill>
                <a:latin typeface="Calibri"/>
                <a:ea typeface="Calibri"/>
                <a:cs typeface="Calibri"/>
                <a:sym typeface="Calibri"/>
              </a:defRPr>
            </a:lvl3pPr>
            <a:lvl4pPr indent="0" lvl="3" marL="0" algn="r">
              <a:spcBef>
                <a:spcPts val="0"/>
              </a:spcBef>
              <a:spcAft>
                <a:spcPts val="0"/>
              </a:spcAft>
              <a:buNone/>
              <a:defRPr b="0" i="0" sz="1200" u="none" cap="none" strike="noStrike">
                <a:solidFill>
                  <a:srgbClr val="000000"/>
                </a:solidFill>
                <a:latin typeface="Calibri"/>
                <a:ea typeface="Calibri"/>
                <a:cs typeface="Calibri"/>
                <a:sym typeface="Calibri"/>
              </a:defRPr>
            </a:lvl4pPr>
            <a:lvl5pPr indent="0" lvl="4" marL="0" algn="r">
              <a:spcBef>
                <a:spcPts val="0"/>
              </a:spcBef>
              <a:spcAft>
                <a:spcPts val="0"/>
              </a:spcAft>
              <a:buNone/>
              <a:defRPr b="0" i="0" sz="1200" u="none" cap="none" strike="noStrike">
                <a:solidFill>
                  <a:srgbClr val="000000"/>
                </a:solidFill>
                <a:latin typeface="Calibri"/>
                <a:ea typeface="Calibri"/>
                <a:cs typeface="Calibri"/>
                <a:sym typeface="Calibri"/>
              </a:defRPr>
            </a:lvl5pPr>
            <a:lvl6pPr indent="0" lvl="5" marL="0" algn="r">
              <a:spcBef>
                <a:spcPts val="0"/>
              </a:spcBef>
              <a:spcAft>
                <a:spcPts val="0"/>
              </a:spcAft>
              <a:buNone/>
              <a:defRPr b="0" i="0" sz="1200" u="none" cap="none" strike="noStrike">
                <a:solidFill>
                  <a:srgbClr val="000000"/>
                </a:solidFill>
                <a:latin typeface="Calibri"/>
                <a:ea typeface="Calibri"/>
                <a:cs typeface="Calibri"/>
                <a:sym typeface="Calibri"/>
              </a:defRPr>
            </a:lvl6pPr>
            <a:lvl7pPr indent="0" lvl="6" marL="0" algn="r">
              <a:spcBef>
                <a:spcPts val="0"/>
              </a:spcBef>
              <a:spcAft>
                <a:spcPts val="0"/>
              </a:spcAft>
              <a:buNone/>
              <a:defRPr b="0" i="0" sz="1200" u="none" cap="none" strike="noStrike">
                <a:solidFill>
                  <a:srgbClr val="000000"/>
                </a:solidFill>
                <a:latin typeface="Calibri"/>
                <a:ea typeface="Calibri"/>
                <a:cs typeface="Calibri"/>
                <a:sym typeface="Calibri"/>
              </a:defRPr>
            </a:lvl7pPr>
            <a:lvl8pPr indent="0" lvl="7" marL="0" algn="r">
              <a:spcBef>
                <a:spcPts val="0"/>
              </a:spcBef>
              <a:spcAft>
                <a:spcPts val="0"/>
              </a:spcAft>
              <a:buNone/>
              <a:defRPr b="0" i="0" sz="1200" u="none" cap="none" strike="noStrike">
                <a:solidFill>
                  <a:srgbClr val="000000"/>
                </a:solidFill>
                <a:latin typeface="Calibri"/>
                <a:ea typeface="Calibri"/>
                <a:cs typeface="Calibri"/>
                <a:sym typeface="Calibri"/>
              </a:defRPr>
            </a:lvl8pPr>
            <a:lvl9pPr indent="0" lvl="8" marL="0" algn="r">
              <a:spcBef>
                <a:spcPts val="0"/>
              </a:spcBef>
              <a:spcAft>
                <a:spcPts val="0"/>
              </a:spcAft>
              <a:buNone/>
              <a:defRPr b="0" i="0" sz="1200" u="none" cap="none" strike="noStrike">
                <a:solidFill>
                  <a:srgbClr val="000000"/>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p:cSld name="Blank">
    <p:spTree>
      <p:nvGrpSpPr>
        <p:cNvPr id="30" name="Shape 30"/>
        <p:cNvGrpSpPr/>
        <p:nvPr/>
      </p:nvGrpSpPr>
      <p:grpSpPr>
        <a:xfrm>
          <a:off x="0" y="0"/>
          <a:ext cx="0" cy="0"/>
          <a:chOff x="0" y="0"/>
          <a:chExt cx="0" cy="0"/>
        </a:xfrm>
      </p:grpSpPr>
      <p:sp>
        <p:nvSpPr>
          <p:cNvPr id="31" name="Google Shape;31;p23"/>
          <p:cNvSpPr/>
          <p:nvPr/>
        </p:nvSpPr>
        <p:spPr>
          <a:xfrm>
            <a:off x="0" y="0"/>
            <a:ext cx="9144000" cy="6858000"/>
          </a:xfrm>
          <a:prstGeom prst="rect">
            <a:avLst/>
          </a:prstGeom>
          <a:solidFill>
            <a:srgbClr val="69B3E7"/>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sz="1300">
              <a:solidFill>
                <a:srgbClr val="FFFFFF"/>
              </a:solidFill>
              <a:latin typeface="Calibri"/>
              <a:ea typeface="Calibri"/>
              <a:cs typeface="Calibri"/>
              <a:sym typeface="Calibri"/>
            </a:endParaRPr>
          </a:p>
        </p:txBody>
      </p:sp>
      <p:sp>
        <p:nvSpPr>
          <p:cNvPr id="32" name="Google Shape;32;p23"/>
          <p:cNvSpPr/>
          <p:nvPr/>
        </p:nvSpPr>
        <p:spPr>
          <a:xfrm>
            <a:off x="0" y="6675438"/>
            <a:ext cx="9144000" cy="182562"/>
          </a:xfrm>
          <a:prstGeom prst="rect">
            <a:avLst/>
          </a:prstGeom>
          <a:solidFill>
            <a:srgbClr val="FFC72C"/>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sz="1300">
              <a:solidFill>
                <a:srgbClr val="FFFFFF"/>
              </a:solidFill>
              <a:latin typeface="Calibri"/>
              <a:ea typeface="Calibri"/>
              <a:cs typeface="Calibri"/>
              <a:sym typeface="Calibri"/>
            </a:endParaRPr>
          </a:p>
        </p:txBody>
      </p:sp>
      <p:pic>
        <p:nvPicPr>
          <p:cNvPr descr="Picture 8" id="33" name="Google Shape;33;p23"/>
          <p:cNvPicPr preferRelativeResize="0"/>
          <p:nvPr/>
        </p:nvPicPr>
        <p:blipFill rotWithShape="1">
          <a:blip r:embed="rId2">
            <a:alphaModFix/>
          </a:blip>
          <a:srcRect b="0" l="0" r="0" t="0"/>
          <a:stretch/>
        </p:blipFill>
        <p:spPr>
          <a:xfrm>
            <a:off x="7847013" y="322263"/>
            <a:ext cx="668337" cy="269875"/>
          </a:xfrm>
          <a:prstGeom prst="rect">
            <a:avLst/>
          </a:prstGeom>
          <a:noFill/>
          <a:ln>
            <a:noFill/>
          </a:ln>
        </p:spPr>
      </p:pic>
      <p:sp>
        <p:nvSpPr>
          <p:cNvPr id="34" name="Google Shape;34;p23"/>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lvl1pPr indent="0" lvl="0" marL="0" algn="r">
              <a:spcBef>
                <a:spcPts val="0"/>
              </a:spcBef>
              <a:spcAft>
                <a:spcPts val="0"/>
              </a:spcAft>
              <a:buNone/>
              <a:defRPr sz="1200">
                <a:solidFill>
                  <a:srgbClr val="888888"/>
                </a:solidFill>
                <a:latin typeface="Calibri"/>
                <a:ea typeface="Calibri"/>
                <a:cs typeface="Calibri"/>
                <a:sym typeface="Calibri"/>
              </a:defRPr>
            </a:lvl1pPr>
            <a:lvl2pPr indent="0" lvl="1" marL="0" algn="r">
              <a:spcBef>
                <a:spcPts val="0"/>
              </a:spcBef>
              <a:spcAft>
                <a:spcPts val="0"/>
              </a:spcAft>
              <a:buNone/>
              <a:defRPr sz="1200">
                <a:solidFill>
                  <a:srgbClr val="888888"/>
                </a:solidFill>
                <a:latin typeface="Calibri"/>
                <a:ea typeface="Calibri"/>
                <a:cs typeface="Calibri"/>
                <a:sym typeface="Calibri"/>
              </a:defRPr>
            </a:lvl2pPr>
            <a:lvl3pPr indent="0" lvl="2" marL="0" algn="r">
              <a:spcBef>
                <a:spcPts val="0"/>
              </a:spcBef>
              <a:spcAft>
                <a:spcPts val="0"/>
              </a:spcAft>
              <a:buNone/>
              <a:defRPr sz="1200">
                <a:solidFill>
                  <a:srgbClr val="888888"/>
                </a:solidFill>
                <a:latin typeface="Calibri"/>
                <a:ea typeface="Calibri"/>
                <a:cs typeface="Calibri"/>
                <a:sym typeface="Calibri"/>
              </a:defRPr>
            </a:lvl3pPr>
            <a:lvl4pPr indent="0" lvl="3" marL="0" algn="r">
              <a:spcBef>
                <a:spcPts val="0"/>
              </a:spcBef>
              <a:spcAft>
                <a:spcPts val="0"/>
              </a:spcAft>
              <a:buNone/>
              <a:defRPr sz="1200">
                <a:solidFill>
                  <a:srgbClr val="888888"/>
                </a:solidFill>
                <a:latin typeface="Calibri"/>
                <a:ea typeface="Calibri"/>
                <a:cs typeface="Calibri"/>
                <a:sym typeface="Calibri"/>
              </a:defRPr>
            </a:lvl4pPr>
            <a:lvl5pPr indent="0" lvl="4" marL="0" algn="r">
              <a:spcBef>
                <a:spcPts val="0"/>
              </a:spcBef>
              <a:spcAft>
                <a:spcPts val="0"/>
              </a:spcAft>
              <a:buNone/>
              <a:defRPr sz="1200">
                <a:solidFill>
                  <a:srgbClr val="888888"/>
                </a:solidFill>
                <a:latin typeface="Calibri"/>
                <a:ea typeface="Calibri"/>
                <a:cs typeface="Calibri"/>
                <a:sym typeface="Calibri"/>
              </a:defRPr>
            </a:lvl5pPr>
            <a:lvl6pPr indent="0" lvl="5" marL="0" algn="r">
              <a:spcBef>
                <a:spcPts val="0"/>
              </a:spcBef>
              <a:spcAft>
                <a:spcPts val="0"/>
              </a:spcAft>
              <a:buNone/>
              <a:defRPr sz="1200">
                <a:solidFill>
                  <a:srgbClr val="888888"/>
                </a:solidFill>
                <a:latin typeface="Calibri"/>
                <a:ea typeface="Calibri"/>
                <a:cs typeface="Calibri"/>
                <a:sym typeface="Calibri"/>
              </a:defRPr>
            </a:lvl6pPr>
            <a:lvl7pPr indent="0" lvl="6" marL="0" algn="r">
              <a:spcBef>
                <a:spcPts val="0"/>
              </a:spcBef>
              <a:spcAft>
                <a:spcPts val="0"/>
              </a:spcAft>
              <a:buNone/>
              <a:defRPr sz="1200">
                <a:solidFill>
                  <a:srgbClr val="888888"/>
                </a:solidFill>
                <a:latin typeface="Calibri"/>
                <a:ea typeface="Calibri"/>
                <a:cs typeface="Calibri"/>
                <a:sym typeface="Calibri"/>
              </a:defRPr>
            </a:lvl7pPr>
            <a:lvl8pPr indent="0" lvl="7" marL="0" algn="r">
              <a:spcBef>
                <a:spcPts val="0"/>
              </a:spcBef>
              <a:spcAft>
                <a:spcPts val="0"/>
              </a:spcAft>
              <a:buNone/>
              <a:defRPr sz="1200">
                <a:solidFill>
                  <a:srgbClr val="888888"/>
                </a:solidFill>
                <a:latin typeface="Calibri"/>
                <a:ea typeface="Calibri"/>
                <a:cs typeface="Calibri"/>
                <a:sym typeface="Calibri"/>
              </a:defRPr>
            </a:lvl8pPr>
            <a:lvl9pPr indent="0" lvl="8" marL="0" algn="r">
              <a:spcBef>
                <a:spcPts val="0"/>
              </a:spcBef>
              <a:spcAft>
                <a:spcPts val="0"/>
              </a:spcAft>
              <a:buNone/>
              <a:defRPr sz="1200">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35" name="Google Shape;35;p23"/>
          <p:cNvPicPr preferRelativeResize="0"/>
          <p:nvPr/>
        </p:nvPicPr>
        <p:blipFill rotWithShape="1">
          <a:blip r:embed="rId3">
            <a:alphaModFix/>
          </a:blip>
          <a:srcRect b="0" l="0" r="0" t="0"/>
          <a:stretch/>
        </p:blipFill>
        <p:spPr>
          <a:xfrm>
            <a:off x="-685800" y="-685800"/>
            <a:ext cx="6175375" cy="61753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showMasterSp="0">
  <p:cSld name="Two Content">
    <p:spTree>
      <p:nvGrpSpPr>
        <p:cNvPr id="36" name="Shape 36"/>
        <p:cNvGrpSpPr/>
        <p:nvPr/>
      </p:nvGrpSpPr>
      <p:grpSpPr>
        <a:xfrm>
          <a:off x="0" y="0"/>
          <a:ext cx="0" cy="0"/>
          <a:chOff x="0" y="0"/>
          <a:chExt cx="0" cy="0"/>
        </a:xfrm>
      </p:grpSpPr>
      <p:sp>
        <p:nvSpPr>
          <p:cNvPr id="37" name="Google Shape;37;p24"/>
          <p:cNvSpPr/>
          <p:nvPr/>
        </p:nvSpPr>
        <p:spPr>
          <a:xfrm>
            <a:off x="0" y="0"/>
            <a:ext cx="9144000" cy="914400"/>
          </a:xfrm>
          <a:prstGeom prst="rect">
            <a:avLst/>
          </a:prstGeom>
          <a:solidFill>
            <a:srgbClr val="69B3E7"/>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sz="1300">
              <a:solidFill>
                <a:srgbClr val="FFFFFF"/>
              </a:solidFill>
              <a:latin typeface="Calibri"/>
              <a:ea typeface="Calibri"/>
              <a:cs typeface="Calibri"/>
              <a:sym typeface="Calibri"/>
            </a:endParaRPr>
          </a:p>
        </p:txBody>
      </p:sp>
      <p:sp>
        <p:nvSpPr>
          <p:cNvPr id="38" name="Google Shape;38;p24"/>
          <p:cNvSpPr/>
          <p:nvPr/>
        </p:nvSpPr>
        <p:spPr>
          <a:xfrm>
            <a:off x="0" y="6675438"/>
            <a:ext cx="9144000" cy="182562"/>
          </a:xfrm>
          <a:prstGeom prst="rect">
            <a:avLst/>
          </a:prstGeom>
          <a:solidFill>
            <a:srgbClr val="FFC72C"/>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sz="1300">
              <a:solidFill>
                <a:srgbClr val="FFFFFF"/>
              </a:solidFill>
              <a:latin typeface="Calibri"/>
              <a:ea typeface="Calibri"/>
              <a:cs typeface="Calibri"/>
              <a:sym typeface="Calibri"/>
            </a:endParaRPr>
          </a:p>
        </p:txBody>
      </p:sp>
      <p:pic>
        <p:nvPicPr>
          <p:cNvPr descr="Picture 11" id="39" name="Google Shape;39;p24"/>
          <p:cNvPicPr preferRelativeResize="0"/>
          <p:nvPr/>
        </p:nvPicPr>
        <p:blipFill rotWithShape="1">
          <a:blip r:embed="rId2">
            <a:alphaModFix/>
          </a:blip>
          <a:srcRect b="0" l="0" r="0" t="0"/>
          <a:stretch/>
        </p:blipFill>
        <p:spPr>
          <a:xfrm>
            <a:off x="7847013" y="322263"/>
            <a:ext cx="668337" cy="269875"/>
          </a:xfrm>
          <a:prstGeom prst="rect">
            <a:avLst/>
          </a:prstGeom>
          <a:noFill/>
          <a:ln>
            <a:noFill/>
          </a:ln>
        </p:spPr>
      </p:pic>
      <p:sp>
        <p:nvSpPr>
          <p:cNvPr id="40" name="Google Shape;40;p24"/>
          <p:cNvSpPr txBox="1"/>
          <p:nvPr>
            <p:ph type="title"/>
          </p:nvPr>
        </p:nvSpPr>
        <p:spPr>
          <a:xfrm>
            <a:off x="628650" y="1233169"/>
            <a:ext cx="7886700" cy="1325563"/>
          </a:xfrm>
          <a:prstGeom prst="rect">
            <a:avLst/>
          </a:prstGeom>
          <a:noFill/>
          <a:ln>
            <a:noFill/>
          </a:ln>
        </p:spPr>
        <p:txBody>
          <a:bodyPr anchorCtr="0" anchor="ctr" bIns="45700" lIns="45700" spcFirstLastPara="1" rIns="45700" wrap="square" tIns="45700">
            <a:noAutofit/>
          </a:bodyPr>
          <a:lstStyle>
            <a:lvl1pPr lvl="0" algn="l">
              <a:lnSpc>
                <a:spcPct val="90000"/>
              </a:lnSpc>
              <a:spcBef>
                <a:spcPts val="0"/>
              </a:spcBef>
              <a:spcAft>
                <a:spcPts val="0"/>
              </a:spcAft>
              <a:buSzPts val="1400"/>
              <a:buNone/>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rgbClr val="000000"/>
              </a:buClr>
              <a:buSzPts val="1800"/>
              <a:buNone/>
              <a:defRPr/>
            </a:lvl6pPr>
            <a:lvl7pPr lvl="6" algn="l">
              <a:lnSpc>
                <a:spcPct val="90000"/>
              </a:lnSpc>
              <a:spcBef>
                <a:spcPts val="0"/>
              </a:spcBef>
              <a:spcAft>
                <a:spcPts val="0"/>
              </a:spcAft>
              <a:buClr>
                <a:srgbClr val="000000"/>
              </a:buClr>
              <a:buSzPts val="1800"/>
              <a:buNone/>
              <a:defRPr/>
            </a:lvl7pPr>
            <a:lvl8pPr lvl="7" algn="l">
              <a:lnSpc>
                <a:spcPct val="90000"/>
              </a:lnSpc>
              <a:spcBef>
                <a:spcPts val="0"/>
              </a:spcBef>
              <a:spcAft>
                <a:spcPts val="0"/>
              </a:spcAft>
              <a:buClr>
                <a:srgbClr val="000000"/>
              </a:buClr>
              <a:buSzPts val="1800"/>
              <a:buNone/>
              <a:defRPr/>
            </a:lvl8pPr>
            <a:lvl9pPr lvl="8" algn="l">
              <a:lnSpc>
                <a:spcPct val="90000"/>
              </a:lnSpc>
              <a:spcBef>
                <a:spcPts val="0"/>
              </a:spcBef>
              <a:spcAft>
                <a:spcPts val="0"/>
              </a:spcAft>
              <a:buClr>
                <a:srgbClr val="000000"/>
              </a:buClr>
              <a:buSzPts val="1800"/>
              <a:buNone/>
              <a:defRPr/>
            </a:lvl9pPr>
          </a:lstStyle>
          <a:p/>
        </p:txBody>
      </p:sp>
      <p:sp>
        <p:nvSpPr>
          <p:cNvPr id="41" name="Google Shape;41;p24"/>
          <p:cNvSpPr txBox="1"/>
          <p:nvPr>
            <p:ph idx="1" type="body"/>
          </p:nvPr>
        </p:nvSpPr>
        <p:spPr>
          <a:xfrm>
            <a:off x="628650" y="2693670"/>
            <a:ext cx="3886200" cy="3476724"/>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000"/>
              </a:spcBef>
              <a:spcAft>
                <a:spcPts val="0"/>
              </a:spcAft>
              <a:buClr>
                <a:srgbClr val="000000"/>
              </a:buClr>
              <a:buSzPts val="1800"/>
              <a:buChar char="•"/>
              <a:defRPr/>
            </a:lvl1pPr>
            <a:lvl2pPr indent="-342900" lvl="1" marL="914400" algn="l">
              <a:lnSpc>
                <a:spcPct val="90000"/>
              </a:lnSpc>
              <a:spcBef>
                <a:spcPts val="1000"/>
              </a:spcBef>
              <a:spcAft>
                <a:spcPts val="0"/>
              </a:spcAft>
              <a:buClr>
                <a:srgbClr val="000000"/>
              </a:buClr>
              <a:buSzPts val="1800"/>
              <a:buChar char="•"/>
              <a:defRPr/>
            </a:lvl2pPr>
            <a:lvl3pPr indent="-342900" lvl="2" marL="1371600" algn="l">
              <a:lnSpc>
                <a:spcPct val="90000"/>
              </a:lnSpc>
              <a:spcBef>
                <a:spcPts val="1000"/>
              </a:spcBef>
              <a:spcAft>
                <a:spcPts val="0"/>
              </a:spcAft>
              <a:buClr>
                <a:srgbClr val="000000"/>
              </a:buClr>
              <a:buSzPts val="1800"/>
              <a:buChar char="•"/>
              <a:defRPr/>
            </a:lvl3pPr>
            <a:lvl4pPr indent="-342900" lvl="3" marL="1828800" algn="l">
              <a:lnSpc>
                <a:spcPct val="90000"/>
              </a:lnSpc>
              <a:spcBef>
                <a:spcPts val="1000"/>
              </a:spcBef>
              <a:spcAft>
                <a:spcPts val="0"/>
              </a:spcAft>
              <a:buClr>
                <a:srgbClr val="000000"/>
              </a:buClr>
              <a:buSzPts val="1800"/>
              <a:buChar char="•"/>
              <a:defRPr/>
            </a:lvl4pPr>
            <a:lvl5pPr indent="-342900" lvl="4" marL="2286000" algn="l">
              <a:lnSpc>
                <a:spcPct val="90000"/>
              </a:lnSpc>
              <a:spcBef>
                <a:spcPts val="1000"/>
              </a:spcBef>
              <a:spcAft>
                <a:spcPts val="0"/>
              </a:spcAft>
              <a:buClr>
                <a:srgbClr val="000000"/>
              </a:buClr>
              <a:buSzPts val="1800"/>
              <a:buChar char="•"/>
              <a:defRPr/>
            </a:lvl5pPr>
            <a:lvl6pPr indent="-342900" lvl="5" marL="2743200" algn="l">
              <a:lnSpc>
                <a:spcPct val="90000"/>
              </a:lnSpc>
              <a:spcBef>
                <a:spcPts val="1000"/>
              </a:spcBef>
              <a:spcAft>
                <a:spcPts val="0"/>
              </a:spcAft>
              <a:buClr>
                <a:srgbClr val="000000"/>
              </a:buClr>
              <a:buSzPts val="1800"/>
              <a:buChar char="•"/>
              <a:defRPr/>
            </a:lvl6pPr>
            <a:lvl7pPr indent="-342900" lvl="6" marL="3200400" algn="l">
              <a:lnSpc>
                <a:spcPct val="90000"/>
              </a:lnSpc>
              <a:spcBef>
                <a:spcPts val="1000"/>
              </a:spcBef>
              <a:spcAft>
                <a:spcPts val="0"/>
              </a:spcAft>
              <a:buClr>
                <a:srgbClr val="000000"/>
              </a:buClr>
              <a:buSzPts val="1800"/>
              <a:buChar char="•"/>
              <a:defRPr/>
            </a:lvl7pPr>
            <a:lvl8pPr indent="-342900" lvl="7" marL="3657600" algn="l">
              <a:lnSpc>
                <a:spcPct val="90000"/>
              </a:lnSpc>
              <a:spcBef>
                <a:spcPts val="1000"/>
              </a:spcBef>
              <a:spcAft>
                <a:spcPts val="0"/>
              </a:spcAft>
              <a:buClr>
                <a:srgbClr val="000000"/>
              </a:buClr>
              <a:buSzPts val="1800"/>
              <a:buChar char="•"/>
              <a:defRPr/>
            </a:lvl8pPr>
            <a:lvl9pPr indent="-342900" lvl="8" marL="4114800" algn="l">
              <a:lnSpc>
                <a:spcPct val="90000"/>
              </a:lnSpc>
              <a:spcBef>
                <a:spcPts val="1000"/>
              </a:spcBef>
              <a:spcAft>
                <a:spcPts val="0"/>
              </a:spcAft>
              <a:buClr>
                <a:srgbClr val="000000"/>
              </a:buClr>
              <a:buSzPts val="1800"/>
              <a:buChar char="•"/>
              <a:defRPr/>
            </a:lvl9pPr>
          </a:lstStyle>
          <a:p/>
        </p:txBody>
      </p:sp>
      <p:sp>
        <p:nvSpPr>
          <p:cNvPr id="42" name="Google Shape;42;p24"/>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lvl1pPr indent="0" lvl="0" marL="0" algn="r">
              <a:spcBef>
                <a:spcPts val="0"/>
              </a:spcBef>
              <a:spcAft>
                <a:spcPts val="0"/>
              </a:spcAft>
              <a:buNone/>
              <a:defRPr sz="1200">
                <a:solidFill>
                  <a:srgbClr val="000000"/>
                </a:solidFill>
                <a:latin typeface="Calibri"/>
                <a:ea typeface="Calibri"/>
                <a:cs typeface="Calibri"/>
                <a:sym typeface="Calibri"/>
              </a:defRPr>
            </a:lvl1pPr>
            <a:lvl2pPr indent="0" lvl="1" marL="0" algn="r">
              <a:spcBef>
                <a:spcPts val="0"/>
              </a:spcBef>
              <a:spcAft>
                <a:spcPts val="0"/>
              </a:spcAft>
              <a:buNone/>
              <a:defRPr sz="1200">
                <a:solidFill>
                  <a:srgbClr val="000000"/>
                </a:solidFill>
                <a:latin typeface="Calibri"/>
                <a:ea typeface="Calibri"/>
                <a:cs typeface="Calibri"/>
                <a:sym typeface="Calibri"/>
              </a:defRPr>
            </a:lvl2pPr>
            <a:lvl3pPr indent="0" lvl="2" marL="0" algn="r">
              <a:spcBef>
                <a:spcPts val="0"/>
              </a:spcBef>
              <a:spcAft>
                <a:spcPts val="0"/>
              </a:spcAft>
              <a:buNone/>
              <a:defRPr sz="1200">
                <a:solidFill>
                  <a:srgbClr val="000000"/>
                </a:solidFill>
                <a:latin typeface="Calibri"/>
                <a:ea typeface="Calibri"/>
                <a:cs typeface="Calibri"/>
                <a:sym typeface="Calibri"/>
              </a:defRPr>
            </a:lvl3pPr>
            <a:lvl4pPr indent="0" lvl="3" marL="0" algn="r">
              <a:spcBef>
                <a:spcPts val="0"/>
              </a:spcBef>
              <a:spcAft>
                <a:spcPts val="0"/>
              </a:spcAft>
              <a:buNone/>
              <a:defRPr sz="1200">
                <a:solidFill>
                  <a:srgbClr val="000000"/>
                </a:solidFill>
                <a:latin typeface="Calibri"/>
                <a:ea typeface="Calibri"/>
                <a:cs typeface="Calibri"/>
                <a:sym typeface="Calibri"/>
              </a:defRPr>
            </a:lvl4pPr>
            <a:lvl5pPr indent="0" lvl="4" marL="0" algn="r">
              <a:spcBef>
                <a:spcPts val="0"/>
              </a:spcBef>
              <a:spcAft>
                <a:spcPts val="0"/>
              </a:spcAft>
              <a:buNone/>
              <a:defRPr sz="1200">
                <a:solidFill>
                  <a:srgbClr val="000000"/>
                </a:solidFill>
                <a:latin typeface="Calibri"/>
                <a:ea typeface="Calibri"/>
                <a:cs typeface="Calibri"/>
                <a:sym typeface="Calibri"/>
              </a:defRPr>
            </a:lvl5pPr>
            <a:lvl6pPr indent="0" lvl="5" marL="0" algn="r">
              <a:spcBef>
                <a:spcPts val="0"/>
              </a:spcBef>
              <a:spcAft>
                <a:spcPts val="0"/>
              </a:spcAft>
              <a:buNone/>
              <a:defRPr sz="1200">
                <a:solidFill>
                  <a:srgbClr val="000000"/>
                </a:solidFill>
                <a:latin typeface="Calibri"/>
                <a:ea typeface="Calibri"/>
                <a:cs typeface="Calibri"/>
                <a:sym typeface="Calibri"/>
              </a:defRPr>
            </a:lvl6pPr>
            <a:lvl7pPr indent="0" lvl="6" marL="0" algn="r">
              <a:spcBef>
                <a:spcPts val="0"/>
              </a:spcBef>
              <a:spcAft>
                <a:spcPts val="0"/>
              </a:spcAft>
              <a:buNone/>
              <a:defRPr sz="1200">
                <a:solidFill>
                  <a:srgbClr val="000000"/>
                </a:solidFill>
                <a:latin typeface="Calibri"/>
                <a:ea typeface="Calibri"/>
                <a:cs typeface="Calibri"/>
                <a:sym typeface="Calibri"/>
              </a:defRPr>
            </a:lvl7pPr>
            <a:lvl8pPr indent="0" lvl="7" marL="0" algn="r">
              <a:spcBef>
                <a:spcPts val="0"/>
              </a:spcBef>
              <a:spcAft>
                <a:spcPts val="0"/>
              </a:spcAft>
              <a:buNone/>
              <a:defRPr sz="1200">
                <a:solidFill>
                  <a:srgbClr val="000000"/>
                </a:solidFill>
                <a:latin typeface="Calibri"/>
                <a:ea typeface="Calibri"/>
                <a:cs typeface="Calibri"/>
                <a:sym typeface="Calibri"/>
              </a:defRPr>
            </a:lvl8pPr>
            <a:lvl9pPr indent="0" lvl="8" marL="0" algn="r">
              <a:spcBef>
                <a:spcPts val="0"/>
              </a:spcBef>
              <a:spcAft>
                <a:spcPts val="0"/>
              </a:spcAft>
              <a:buNone/>
              <a:defRPr sz="1200">
                <a:solidFill>
                  <a:srgbClr val="000000"/>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image" Target="../media/image1.png"/><Relationship Id="rId3" Type="http://schemas.openxmlformats.org/officeDocument/2006/relationships/slideLayout" Target="../slideLayouts/slideLayout1.xml"/><Relationship Id="rId4" Type="http://schemas.openxmlformats.org/officeDocument/2006/relationships/slideLayout" Target="../slideLayouts/slideLayout2.xml"/><Relationship Id="rId5" Type="http://schemas.openxmlformats.org/officeDocument/2006/relationships/slideLayout" Target="../slideLayouts/slideLayout3.xml"/><Relationship Id="rId6" Type="http://schemas.openxmlformats.org/officeDocument/2006/relationships/slideLayout" Target="../slideLayouts/slideLayout4.xml"/><Relationship Id="rId7" Type="http://schemas.openxmlformats.org/officeDocument/2006/relationships/slideLayout" Target="../slideLayouts/slideLayout5.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 name="Shape 5"/>
        <p:cNvGrpSpPr/>
        <p:nvPr/>
      </p:nvGrpSpPr>
      <p:grpSpPr>
        <a:xfrm>
          <a:off x="0" y="0"/>
          <a:ext cx="0" cy="0"/>
          <a:chOff x="0" y="0"/>
          <a:chExt cx="0" cy="0"/>
        </a:xfrm>
      </p:grpSpPr>
      <p:sp>
        <p:nvSpPr>
          <p:cNvPr id="6" name="Google Shape;6;p19"/>
          <p:cNvSpPr/>
          <p:nvPr/>
        </p:nvSpPr>
        <p:spPr>
          <a:xfrm>
            <a:off x="0" y="0"/>
            <a:ext cx="9144000" cy="2743200"/>
          </a:xfrm>
          <a:prstGeom prst="rect">
            <a:avLst/>
          </a:prstGeom>
          <a:solidFill>
            <a:srgbClr val="69B3E7"/>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b="0" i="0" sz="1300" u="none" cap="none" strike="noStrike">
              <a:solidFill>
                <a:srgbClr val="FFFFFF"/>
              </a:solidFill>
              <a:latin typeface="Calibri"/>
              <a:ea typeface="Calibri"/>
              <a:cs typeface="Calibri"/>
              <a:sym typeface="Calibri"/>
            </a:endParaRPr>
          </a:p>
        </p:txBody>
      </p:sp>
      <p:sp>
        <p:nvSpPr>
          <p:cNvPr id="7" name="Google Shape;7;p19"/>
          <p:cNvSpPr/>
          <p:nvPr/>
        </p:nvSpPr>
        <p:spPr>
          <a:xfrm>
            <a:off x="0" y="2651125"/>
            <a:ext cx="9144000" cy="92075"/>
          </a:xfrm>
          <a:prstGeom prst="rect">
            <a:avLst/>
          </a:prstGeom>
          <a:solidFill>
            <a:srgbClr val="FFC72C"/>
          </a:solidFill>
          <a:ln>
            <a:noFill/>
          </a:ln>
        </p:spPr>
        <p:txBody>
          <a:bodyPr anchorCtr="0" anchor="ctr" bIns="45700" lIns="45700" spcFirstLastPara="1" rIns="45700" wrap="square" tIns="45700">
            <a:noAutofit/>
          </a:bodyPr>
          <a:lstStyle/>
          <a:p>
            <a:pPr indent="0" lvl="0" marL="0" marR="0" rtl="0" algn="ctr">
              <a:spcBef>
                <a:spcPts val="0"/>
              </a:spcBef>
              <a:spcAft>
                <a:spcPts val="0"/>
              </a:spcAft>
              <a:buNone/>
            </a:pPr>
            <a:r>
              <a:t/>
            </a:r>
            <a:endParaRPr b="0" i="0" sz="1300" u="none" cap="none" strike="noStrike">
              <a:solidFill>
                <a:srgbClr val="FFFFFF"/>
              </a:solidFill>
              <a:latin typeface="Calibri"/>
              <a:ea typeface="Calibri"/>
              <a:cs typeface="Calibri"/>
              <a:sym typeface="Calibri"/>
            </a:endParaRPr>
          </a:p>
        </p:txBody>
      </p:sp>
      <p:pic>
        <p:nvPicPr>
          <p:cNvPr descr="Picture 6" id="8" name="Google Shape;8;p19"/>
          <p:cNvPicPr preferRelativeResize="0"/>
          <p:nvPr/>
        </p:nvPicPr>
        <p:blipFill rotWithShape="1">
          <a:blip r:embed="rId1">
            <a:alphaModFix/>
          </a:blip>
          <a:srcRect b="0" l="0" r="0" t="0"/>
          <a:stretch/>
        </p:blipFill>
        <p:spPr>
          <a:xfrm>
            <a:off x="5772150" y="6175375"/>
            <a:ext cx="2743200" cy="244475"/>
          </a:xfrm>
          <a:prstGeom prst="rect">
            <a:avLst/>
          </a:prstGeom>
          <a:noFill/>
          <a:ln>
            <a:noFill/>
          </a:ln>
        </p:spPr>
      </p:pic>
      <p:sp>
        <p:nvSpPr>
          <p:cNvPr id="9" name="Google Shape;9;p19"/>
          <p:cNvSpPr txBox="1"/>
          <p:nvPr>
            <p:ph type="title"/>
          </p:nvPr>
        </p:nvSpPr>
        <p:spPr>
          <a:xfrm>
            <a:off x="457200" y="92075"/>
            <a:ext cx="8229600" cy="1508125"/>
          </a:xfrm>
          <a:prstGeom prst="rect">
            <a:avLst/>
          </a:prstGeom>
          <a:noFill/>
          <a:ln>
            <a:noFill/>
          </a:ln>
        </p:spPr>
        <p:txBody>
          <a:bodyPr anchorCtr="0" anchor="ctr" bIns="45700" lIns="45700" spcFirstLastPara="1" rIns="45700" wrap="square" tIns="45700">
            <a:noAutofit/>
          </a:bodyPr>
          <a:lstStyle>
            <a:lvl1pPr lvl="0" marR="0" rtl="0" algn="l">
              <a:lnSpc>
                <a:spcPct val="90000"/>
              </a:lnSpc>
              <a:spcBef>
                <a:spcPts val="0"/>
              </a:spcBef>
              <a:spcAft>
                <a:spcPts val="0"/>
              </a:spcAft>
              <a:buSzPts val="1400"/>
              <a:buNone/>
              <a:defRPr b="0" i="0" sz="4400" u="none" cap="none" strike="noStrike">
                <a:solidFill>
                  <a:srgbClr val="000000"/>
                </a:solidFill>
                <a:latin typeface="Calibri"/>
                <a:ea typeface="Calibri"/>
                <a:cs typeface="Calibri"/>
                <a:sym typeface="Calibri"/>
              </a:defRPr>
            </a:lvl1pPr>
            <a:lvl2pPr lvl="1" marR="0" rtl="0" algn="l">
              <a:lnSpc>
                <a:spcPct val="90000"/>
              </a:lnSpc>
              <a:spcBef>
                <a:spcPts val="0"/>
              </a:spcBef>
              <a:spcAft>
                <a:spcPts val="0"/>
              </a:spcAft>
              <a:buSzPts val="1400"/>
              <a:buNone/>
              <a:defRPr b="0" i="0" sz="4400" u="none" cap="none" strike="noStrike">
                <a:solidFill>
                  <a:srgbClr val="000000"/>
                </a:solidFill>
                <a:latin typeface="Calibri"/>
                <a:ea typeface="Calibri"/>
                <a:cs typeface="Calibri"/>
                <a:sym typeface="Calibri"/>
              </a:defRPr>
            </a:lvl2pPr>
            <a:lvl3pPr lvl="2" marR="0" rtl="0" algn="l">
              <a:lnSpc>
                <a:spcPct val="90000"/>
              </a:lnSpc>
              <a:spcBef>
                <a:spcPts val="0"/>
              </a:spcBef>
              <a:spcAft>
                <a:spcPts val="0"/>
              </a:spcAft>
              <a:buSzPts val="1400"/>
              <a:buNone/>
              <a:defRPr b="0" i="0" sz="4400" u="none" cap="none" strike="noStrike">
                <a:solidFill>
                  <a:srgbClr val="000000"/>
                </a:solidFill>
                <a:latin typeface="Calibri"/>
                <a:ea typeface="Calibri"/>
                <a:cs typeface="Calibri"/>
                <a:sym typeface="Calibri"/>
              </a:defRPr>
            </a:lvl3pPr>
            <a:lvl4pPr lvl="3" marR="0" rtl="0" algn="l">
              <a:lnSpc>
                <a:spcPct val="90000"/>
              </a:lnSpc>
              <a:spcBef>
                <a:spcPts val="0"/>
              </a:spcBef>
              <a:spcAft>
                <a:spcPts val="0"/>
              </a:spcAft>
              <a:buSzPts val="1400"/>
              <a:buNone/>
              <a:defRPr b="0" i="0" sz="4400" u="none" cap="none" strike="noStrike">
                <a:solidFill>
                  <a:srgbClr val="000000"/>
                </a:solidFill>
                <a:latin typeface="Calibri"/>
                <a:ea typeface="Calibri"/>
                <a:cs typeface="Calibri"/>
                <a:sym typeface="Calibri"/>
              </a:defRPr>
            </a:lvl4pPr>
            <a:lvl5pPr lvl="4" marR="0" rtl="0" algn="l">
              <a:lnSpc>
                <a:spcPct val="90000"/>
              </a:lnSpc>
              <a:spcBef>
                <a:spcPts val="0"/>
              </a:spcBef>
              <a:spcAft>
                <a:spcPts val="0"/>
              </a:spcAft>
              <a:buSzPts val="1400"/>
              <a:buNone/>
              <a:defRPr b="0" i="0" sz="4400" u="none" cap="none" strike="noStrike">
                <a:solidFill>
                  <a:srgbClr val="000000"/>
                </a:solidFill>
                <a:latin typeface="Calibri"/>
                <a:ea typeface="Calibri"/>
                <a:cs typeface="Calibri"/>
                <a:sym typeface="Calibri"/>
              </a:defRPr>
            </a:lvl5pPr>
            <a:lvl6pPr lvl="5"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6pPr>
            <a:lvl7pPr lvl="6"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7pPr>
            <a:lvl8pPr lvl="7"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8pPr>
            <a:lvl9pPr lvl="8" marR="0" rtl="0" algn="l">
              <a:lnSpc>
                <a:spcPct val="90000"/>
              </a:lnSpc>
              <a:spcBef>
                <a:spcPts val="0"/>
              </a:spcBef>
              <a:spcAft>
                <a:spcPts val="0"/>
              </a:spcAft>
              <a:buClr>
                <a:srgbClr val="000000"/>
              </a:buClr>
              <a:buSzPts val="4400"/>
              <a:buFont typeface="Calibri"/>
              <a:buNone/>
              <a:defRPr b="0" i="0" sz="4400" u="none" cap="none" strike="noStrike">
                <a:solidFill>
                  <a:srgbClr val="000000"/>
                </a:solidFill>
                <a:latin typeface="Calibri"/>
                <a:ea typeface="Calibri"/>
                <a:cs typeface="Calibri"/>
                <a:sym typeface="Calibri"/>
              </a:defRPr>
            </a:lvl9pPr>
          </a:lstStyle>
          <a:p/>
        </p:txBody>
      </p:sp>
      <p:sp>
        <p:nvSpPr>
          <p:cNvPr id="10" name="Google Shape;10;p19"/>
          <p:cNvSpPr txBox="1"/>
          <p:nvPr>
            <p:ph idx="1" type="body"/>
          </p:nvPr>
        </p:nvSpPr>
        <p:spPr>
          <a:xfrm>
            <a:off x="457200" y="1600200"/>
            <a:ext cx="8229600" cy="5257800"/>
          </a:xfrm>
          <a:prstGeom prst="rect">
            <a:avLst/>
          </a:prstGeom>
          <a:noFill/>
          <a:ln>
            <a:noFill/>
          </a:ln>
        </p:spPr>
        <p:txBody>
          <a:bodyPr anchorCtr="0" anchor="t" bIns="45700" lIns="45700" spcFirstLastPara="1" rIns="45700" wrap="square" tIns="45700">
            <a:noAutofit/>
          </a:bodyPr>
          <a:lstStyle>
            <a:lvl1pPr indent="-406400" lvl="0" marL="4572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1pPr>
            <a:lvl2pPr indent="-406400" lvl="1" marL="9144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2pPr>
            <a:lvl3pPr indent="-406400" lvl="2" marL="13716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3pPr>
            <a:lvl4pPr indent="-406400" lvl="3" marL="18288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4pPr>
            <a:lvl5pPr indent="-406400" lvl="4" marL="22860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5pPr>
            <a:lvl6pPr indent="-406400" lvl="5" marL="27432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6pPr>
            <a:lvl7pPr indent="-406400" lvl="6" marL="32004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7pPr>
            <a:lvl8pPr indent="-406400" lvl="7" marL="36576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8pPr>
            <a:lvl9pPr indent="-406400" lvl="8" marL="4114800" marR="0" rtl="0" algn="l">
              <a:lnSpc>
                <a:spcPct val="90000"/>
              </a:lnSpc>
              <a:spcBef>
                <a:spcPts val="1000"/>
              </a:spcBef>
              <a:spcAft>
                <a:spcPts val="0"/>
              </a:spcAft>
              <a:buClr>
                <a:srgbClr val="000000"/>
              </a:buClr>
              <a:buSzPts val="2800"/>
              <a:buFont typeface="Arial"/>
              <a:buChar char="•"/>
              <a:defRPr b="0" i="0" sz="2800" u="none" cap="none" strike="noStrike">
                <a:solidFill>
                  <a:srgbClr val="000000"/>
                </a:solidFill>
                <a:latin typeface="Calibri"/>
                <a:ea typeface="Calibri"/>
                <a:cs typeface="Calibri"/>
                <a:sym typeface="Calibri"/>
              </a:defRPr>
            </a:lvl9pPr>
          </a:lstStyle>
          <a:p/>
        </p:txBody>
      </p:sp>
      <p:sp>
        <p:nvSpPr>
          <p:cNvPr id="11" name="Google Shape;11;p19"/>
          <p:cNvSpPr txBox="1"/>
          <p:nvPr>
            <p:ph idx="12" type="sldNum"/>
          </p:nvPr>
        </p:nvSpPr>
        <p:spPr>
          <a:xfrm>
            <a:off x="4419600" y="6172200"/>
            <a:ext cx="2133600" cy="368300"/>
          </a:xfrm>
          <a:prstGeom prst="rect">
            <a:avLst/>
          </a:prstGeom>
          <a:noFill/>
          <a:ln>
            <a:noFill/>
          </a:ln>
        </p:spPr>
        <p:txBody>
          <a:bodyPr anchorCtr="0" anchor="ctr" bIns="45700" lIns="45700" spcFirstLastPara="1" rIns="45700" wrap="square" tIns="45700">
            <a:spAutoFit/>
          </a:bodyPr>
          <a:lstStyle>
            <a:lvl1pPr indent="0" lvl="0" marL="0" marR="0" rtl="0" algn="r">
              <a:spcBef>
                <a:spcPts val="0"/>
              </a:spcBef>
              <a:spcAft>
                <a:spcPts val="0"/>
              </a:spcAft>
              <a:buNone/>
              <a:defRPr b="0" i="0" sz="1200" u="none" cap="none" strike="noStrike">
                <a:solidFill>
                  <a:srgbClr val="888888"/>
                </a:solidFill>
                <a:latin typeface="Calibri"/>
                <a:ea typeface="Calibri"/>
                <a:cs typeface="Calibri"/>
                <a:sym typeface="Calibri"/>
              </a:defRPr>
            </a:lvl1pPr>
            <a:lvl2pPr indent="0" lvl="1" marL="0" marR="0" rtl="0" algn="r">
              <a:spcBef>
                <a:spcPts val="0"/>
              </a:spcBef>
              <a:spcAft>
                <a:spcPts val="0"/>
              </a:spcAft>
              <a:buNone/>
              <a:defRPr b="0" i="0" sz="1200" u="none" cap="none" strike="noStrike">
                <a:solidFill>
                  <a:srgbClr val="888888"/>
                </a:solidFill>
                <a:latin typeface="Calibri"/>
                <a:ea typeface="Calibri"/>
                <a:cs typeface="Calibri"/>
                <a:sym typeface="Calibri"/>
              </a:defRPr>
            </a:lvl2pPr>
            <a:lvl3pPr indent="0" lvl="2" marL="0" marR="0" rtl="0" algn="r">
              <a:spcBef>
                <a:spcPts val="0"/>
              </a:spcBef>
              <a:spcAft>
                <a:spcPts val="0"/>
              </a:spcAft>
              <a:buNone/>
              <a:defRPr b="0" i="0" sz="1200" u="none" cap="none" strike="noStrike">
                <a:solidFill>
                  <a:srgbClr val="888888"/>
                </a:solidFill>
                <a:latin typeface="Calibri"/>
                <a:ea typeface="Calibri"/>
                <a:cs typeface="Calibri"/>
                <a:sym typeface="Calibri"/>
              </a:defRPr>
            </a:lvl3pPr>
            <a:lvl4pPr indent="0" lvl="3" marL="0" marR="0" rtl="0" algn="r">
              <a:spcBef>
                <a:spcPts val="0"/>
              </a:spcBef>
              <a:spcAft>
                <a:spcPts val="0"/>
              </a:spcAft>
              <a:buNone/>
              <a:defRPr b="0" i="0" sz="1200" u="none" cap="none" strike="noStrike">
                <a:solidFill>
                  <a:srgbClr val="888888"/>
                </a:solidFill>
                <a:latin typeface="Calibri"/>
                <a:ea typeface="Calibri"/>
                <a:cs typeface="Calibri"/>
                <a:sym typeface="Calibri"/>
              </a:defRPr>
            </a:lvl4pPr>
            <a:lvl5pPr indent="0" lvl="4" marL="0" marR="0" rtl="0" algn="r">
              <a:spcBef>
                <a:spcPts val="0"/>
              </a:spcBef>
              <a:spcAft>
                <a:spcPts val="0"/>
              </a:spcAft>
              <a:buNone/>
              <a:defRPr b="0" i="0" sz="1200" u="none" cap="none" strike="noStrike">
                <a:solidFill>
                  <a:srgbClr val="888888"/>
                </a:solidFill>
                <a:latin typeface="Calibri"/>
                <a:ea typeface="Calibri"/>
                <a:cs typeface="Calibri"/>
                <a:sym typeface="Calibri"/>
              </a:defRPr>
            </a:lvl5pPr>
            <a:lvl6pPr indent="0" lvl="5" marL="0" marR="0" rtl="0" algn="r">
              <a:spcBef>
                <a:spcPts val="0"/>
              </a:spcBef>
              <a:spcAft>
                <a:spcPts val="0"/>
              </a:spcAft>
              <a:buNone/>
              <a:defRPr b="0" i="0" sz="1200" u="none" cap="none" strike="noStrike">
                <a:solidFill>
                  <a:srgbClr val="888888"/>
                </a:solidFill>
                <a:latin typeface="Calibri"/>
                <a:ea typeface="Calibri"/>
                <a:cs typeface="Calibri"/>
                <a:sym typeface="Calibri"/>
              </a:defRPr>
            </a:lvl6pPr>
            <a:lvl7pPr indent="0" lvl="6" marL="0" marR="0" rtl="0" algn="r">
              <a:spcBef>
                <a:spcPts val="0"/>
              </a:spcBef>
              <a:spcAft>
                <a:spcPts val="0"/>
              </a:spcAft>
              <a:buNone/>
              <a:defRPr b="0" i="0" sz="1200" u="none" cap="none" strike="noStrike">
                <a:solidFill>
                  <a:srgbClr val="888888"/>
                </a:solidFill>
                <a:latin typeface="Calibri"/>
                <a:ea typeface="Calibri"/>
                <a:cs typeface="Calibri"/>
                <a:sym typeface="Calibri"/>
              </a:defRPr>
            </a:lvl7pPr>
            <a:lvl8pPr indent="0" lvl="7" marL="0" marR="0" rtl="0" algn="r">
              <a:spcBef>
                <a:spcPts val="0"/>
              </a:spcBef>
              <a:spcAft>
                <a:spcPts val="0"/>
              </a:spcAft>
              <a:buNone/>
              <a:defRPr b="0" i="0" sz="1200" u="none" cap="none" strike="noStrike">
                <a:solidFill>
                  <a:srgbClr val="888888"/>
                </a:solidFill>
                <a:latin typeface="Calibri"/>
                <a:ea typeface="Calibri"/>
                <a:cs typeface="Calibri"/>
                <a:sym typeface="Calibri"/>
              </a:defRPr>
            </a:lvl8pPr>
            <a:lvl9pPr indent="0" lvl="8" marL="0" marR="0" rtl="0" algn="r">
              <a:spcBef>
                <a:spcPts val="0"/>
              </a:spcBef>
              <a:spcAft>
                <a:spcPts val="0"/>
              </a:spcAft>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pic>
        <p:nvPicPr>
          <p:cNvPr id="12" name="Google Shape;12;p19"/>
          <p:cNvPicPr preferRelativeResize="0"/>
          <p:nvPr/>
        </p:nvPicPr>
        <p:blipFill rotWithShape="1">
          <a:blip r:embed="rId2">
            <a:alphaModFix/>
          </a:blip>
          <a:srcRect b="0" l="0" r="0" t="0"/>
          <a:stretch/>
        </p:blipFill>
        <p:spPr>
          <a:xfrm>
            <a:off x="6226175" y="-228600"/>
            <a:ext cx="3078163" cy="3078163"/>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9" r:id="rId3"/>
    <p:sldLayoutId id="2147483650" r:id="rId4"/>
    <p:sldLayoutId id="2147483651" r:id="rId5"/>
    <p:sldLayoutId id="2147483652" r:id="rId6"/>
    <p:sldLayoutId id="2147483653"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0.png"/><Relationship Id="rId4" Type="http://schemas.openxmlformats.org/officeDocument/2006/relationships/image" Target="../media/image1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46" name="Shape 46"/>
        <p:cNvGrpSpPr/>
        <p:nvPr/>
      </p:nvGrpSpPr>
      <p:grpSpPr>
        <a:xfrm>
          <a:off x="0" y="0"/>
          <a:ext cx="0" cy="0"/>
          <a:chOff x="0" y="0"/>
          <a:chExt cx="0" cy="0"/>
        </a:xfrm>
      </p:grpSpPr>
      <p:sp>
        <p:nvSpPr>
          <p:cNvPr id="47" name="Google Shape;47;p1"/>
          <p:cNvSpPr txBox="1"/>
          <p:nvPr/>
        </p:nvSpPr>
        <p:spPr>
          <a:xfrm>
            <a:off x="561975" y="646113"/>
            <a:ext cx="7902575" cy="914400"/>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i="0" lang="en-US" sz="4000" u="none" cap="none" strike="noStrike">
                <a:solidFill>
                  <a:srgbClr val="FFFFFF"/>
                </a:solidFill>
                <a:latin typeface="Calibri"/>
                <a:ea typeface="Calibri"/>
                <a:cs typeface="Calibri"/>
                <a:sym typeface="Calibri"/>
              </a:rPr>
              <a:t>Sign Language Recognition Using CNN</a:t>
            </a:r>
            <a:endParaRPr/>
          </a:p>
        </p:txBody>
      </p:sp>
      <p:sp>
        <p:nvSpPr>
          <p:cNvPr id="48" name="Google Shape;48;p1"/>
          <p:cNvSpPr txBox="1"/>
          <p:nvPr/>
        </p:nvSpPr>
        <p:spPr>
          <a:xfrm>
            <a:off x="708025" y="5772150"/>
            <a:ext cx="2392128" cy="738664"/>
          </a:xfrm>
          <a:prstGeom prst="rect">
            <a:avLst/>
          </a:prstGeom>
          <a:noFill/>
          <a:ln>
            <a:noFill/>
          </a:ln>
        </p:spPr>
        <p:txBody>
          <a:bodyPr anchorCtr="0" anchor="t" bIns="45700" lIns="45700" spcFirstLastPara="1" rIns="45700" wrap="square" tIns="45700">
            <a:spAutoFit/>
          </a:bodyPr>
          <a:lstStyle/>
          <a:p>
            <a:pPr indent="0" lvl="0" marL="0" marR="0" rtl="0" algn="l">
              <a:spcBef>
                <a:spcPts val="0"/>
              </a:spcBef>
              <a:spcAft>
                <a:spcPts val="0"/>
              </a:spcAft>
              <a:buNone/>
            </a:pPr>
            <a:r>
              <a:rPr b="0" i="0" lang="en-US" sz="1400" u="none" cap="none" strike="noStrike">
                <a:solidFill>
                  <a:srgbClr val="000000"/>
                </a:solidFill>
                <a:latin typeface="Calibri"/>
                <a:ea typeface="Calibri"/>
                <a:cs typeface="Calibri"/>
                <a:sym typeface="Calibri"/>
              </a:rPr>
              <a:t>By: Michael Tesis, Robert Mullis</a:t>
            </a:r>
            <a:endParaRPr/>
          </a:p>
          <a:p>
            <a:pPr indent="0" lvl="0" marL="0" marR="0" rtl="0" algn="l">
              <a:spcBef>
                <a:spcPts val="0"/>
              </a:spcBef>
              <a:spcAft>
                <a:spcPts val="0"/>
              </a:spcAft>
              <a:buNone/>
            </a:pPr>
            <a:r>
              <a:rPr b="0" i="0" lang="en-US" sz="1400" u="none" cap="none" strike="noStrike">
                <a:solidFill>
                  <a:srgbClr val="000000"/>
                </a:solidFill>
                <a:latin typeface="Calibri"/>
                <a:ea typeface="Calibri"/>
                <a:cs typeface="Calibri"/>
                <a:sym typeface="Calibri"/>
              </a:rPr>
              <a:t>Date: 4/6/2026</a:t>
            </a:r>
            <a:endParaRPr/>
          </a:p>
          <a:p>
            <a:pPr indent="0" lvl="0" marL="0" marR="0" rtl="0" algn="l">
              <a:spcBef>
                <a:spcPts val="0"/>
              </a:spcBef>
              <a:spcAft>
                <a:spcPts val="0"/>
              </a:spcAft>
              <a:buNone/>
            </a:pPr>
            <a:r>
              <a:rPr b="0" i="0" lang="en-US" sz="1400" u="none" cap="none" strike="noStrike">
                <a:solidFill>
                  <a:srgbClr val="000000"/>
                </a:solidFill>
                <a:latin typeface="Calibri"/>
                <a:ea typeface="Calibri"/>
                <a:cs typeface="Calibri"/>
                <a:sym typeface="Calibri"/>
              </a:rPr>
              <a:t>AI700-001_BK_Spring 2026</a:t>
            </a:r>
            <a:endParaRPr/>
          </a:p>
        </p:txBody>
      </p:sp>
      <p:pic>
        <p:nvPicPr>
          <p:cNvPr descr="Picture 2" id="49" name="Google Shape;49;p1"/>
          <p:cNvPicPr preferRelativeResize="0"/>
          <p:nvPr/>
        </p:nvPicPr>
        <p:blipFill rotWithShape="1">
          <a:blip r:embed="rId3">
            <a:alphaModFix/>
          </a:blip>
          <a:srcRect b="0" l="0" r="0" t="0"/>
          <a:stretch/>
        </p:blipFill>
        <p:spPr>
          <a:xfrm>
            <a:off x="1004888" y="3082925"/>
            <a:ext cx="7016750" cy="2455863"/>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2"/>
          <p:cNvSpPr txBox="1"/>
          <p:nvPr>
            <p:ph idx="1" type="body"/>
          </p:nvPr>
        </p:nvSpPr>
        <p:spPr>
          <a:xfrm>
            <a:off x="628650" y="1066800"/>
            <a:ext cx="7886700" cy="5562600"/>
          </a:xfrm>
          <a:prstGeom prst="rect">
            <a:avLst/>
          </a:prstGeom>
          <a:noFill/>
          <a:ln>
            <a:noFill/>
          </a:ln>
        </p:spPr>
        <p:txBody>
          <a:bodyPr anchorCtr="0" anchor="t" bIns="45700" lIns="45700" spcFirstLastPara="1" rIns="45700" wrap="square" tIns="45700">
            <a:normAutofit fontScale="92500" lnSpcReduction="20000"/>
          </a:bodyPr>
          <a:lstStyle/>
          <a:p>
            <a:pPr indent="-478385" lvl="0" marL="478345" rtl="0" algn="l">
              <a:lnSpc>
                <a:spcPct val="81000"/>
              </a:lnSpc>
              <a:spcBef>
                <a:spcPts val="0"/>
              </a:spcBef>
              <a:spcAft>
                <a:spcPts val="0"/>
              </a:spcAft>
              <a:buClr>
                <a:srgbClr val="000000"/>
              </a:buClr>
              <a:buSzPct val="99951"/>
              <a:buFont typeface="Calibri"/>
              <a:buAutoNum type="arabicPeriod"/>
            </a:pPr>
            <a:r>
              <a:rPr lang="en-US" sz="2046"/>
              <a:t>Title</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Outlines</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Introduction: Motivation and Problem Definition</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Application</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Literature Review</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Literature Review Results</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Algorithm/Approach/Methodology</a:t>
            </a:r>
            <a:endParaRPr sz="2046"/>
          </a:p>
          <a:p>
            <a:pPr indent="-478385" lvl="0" marL="478345" rtl="0" algn="l">
              <a:lnSpc>
                <a:spcPct val="81000"/>
              </a:lnSpc>
              <a:spcBef>
                <a:spcPts val="900"/>
              </a:spcBef>
              <a:spcAft>
                <a:spcPts val="0"/>
              </a:spcAft>
              <a:buClr>
                <a:srgbClr val="000000"/>
              </a:buClr>
              <a:buSzPct val="99951"/>
              <a:buFont typeface="Calibri"/>
              <a:buAutoNum type="arabicPeriod"/>
            </a:pPr>
            <a:r>
              <a:rPr lang="en-US" sz="2046"/>
              <a:t>Dataset Exploration</a:t>
            </a:r>
            <a:endParaRPr sz="2046"/>
          </a:p>
          <a:p>
            <a:pPr indent="-478385" lvl="0" marL="478345" rtl="0" algn="l">
              <a:lnSpc>
                <a:spcPct val="81000"/>
              </a:lnSpc>
              <a:spcBef>
                <a:spcPts val="900"/>
              </a:spcBef>
              <a:spcAft>
                <a:spcPts val="0"/>
              </a:spcAft>
              <a:buClr>
                <a:srgbClr val="000000"/>
              </a:buClr>
              <a:buSzPct val="99951"/>
              <a:buFont typeface="Calibri"/>
              <a:buAutoNum type="arabicPeriod"/>
            </a:pPr>
            <a:r>
              <a:rPr lang="en-US" sz="2046"/>
              <a:t>Model Description</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Model Description (Cont.)</a:t>
            </a:r>
            <a:endParaRPr sz="2046"/>
          </a:p>
          <a:p>
            <a:pPr indent="-478385" lvl="0" marL="478345" rtl="0" algn="l">
              <a:lnSpc>
                <a:spcPct val="81000"/>
              </a:lnSpc>
              <a:spcBef>
                <a:spcPts val="900"/>
              </a:spcBef>
              <a:spcAft>
                <a:spcPts val="0"/>
              </a:spcAft>
              <a:buClr>
                <a:srgbClr val="000000"/>
              </a:buClr>
              <a:buSzPct val="99951"/>
              <a:buFont typeface="Calibri"/>
              <a:buAutoNum type="arabicPeriod"/>
            </a:pPr>
            <a:r>
              <a:rPr lang="en-US" sz="2046"/>
              <a:t>Understanding the Functions</a:t>
            </a:r>
            <a:endParaRPr sz="2046"/>
          </a:p>
          <a:p>
            <a:pPr indent="-478385" lvl="0" marL="478345" rtl="0" algn="l">
              <a:lnSpc>
                <a:spcPct val="81000"/>
              </a:lnSpc>
              <a:spcBef>
                <a:spcPts val="900"/>
              </a:spcBef>
              <a:spcAft>
                <a:spcPts val="0"/>
              </a:spcAft>
              <a:buClr>
                <a:srgbClr val="000000"/>
              </a:buClr>
              <a:buSzPct val="99951"/>
              <a:buFont typeface="Calibri"/>
              <a:buAutoNum type="arabicPeriod"/>
            </a:pPr>
            <a:r>
              <a:rPr lang="en-US" sz="2046"/>
              <a:t>Understanding the Functions (Cont.)</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Model Hyperparameters</a:t>
            </a:r>
            <a:endParaRPr sz="2046"/>
          </a:p>
          <a:p>
            <a:pPr indent="-478385" lvl="0" marL="478346" rtl="0" algn="l">
              <a:lnSpc>
                <a:spcPct val="81000"/>
              </a:lnSpc>
              <a:spcBef>
                <a:spcPts val="900"/>
              </a:spcBef>
              <a:spcAft>
                <a:spcPts val="0"/>
              </a:spcAft>
              <a:buClr>
                <a:srgbClr val="000000"/>
              </a:buClr>
              <a:buSzPct val="99951"/>
              <a:buFont typeface="Calibri"/>
              <a:buAutoNum type="arabicPeriod"/>
            </a:pPr>
            <a:r>
              <a:rPr lang="en-US" sz="2046"/>
              <a:t>Obtained Results</a:t>
            </a:r>
            <a:endParaRPr sz="2046"/>
          </a:p>
          <a:p>
            <a:pPr indent="-478443" lvl="0" marL="478345" rtl="0" algn="l">
              <a:lnSpc>
                <a:spcPct val="81000"/>
              </a:lnSpc>
              <a:spcBef>
                <a:spcPts val="900"/>
              </a:spcBef>
              <a:spcAft>
                <a:spcPts val="0"/>
              </a:spcAft>
              <a:buSzPct val="100000"/>
              <a:buAutoNum type="arabicPeriod"/>
            </a:pPr>
            <a:r>
              <a:rPr lang="en-US" sz="2046"/>
              <a:t>Comparison to Literature</a:t>
            </a:r>
            <a:endParaRPr sz="2046"/>
          </a:p>
          <a:p>
            <a:pPr indent="-478385" lvl="0" marL="478345" rtl="0" algn="l">
              <a:lnSpc>
                <a:spcPct val="81000"/>
              </a:lnSpc>
              <a:spcBef>
                <a:spcPts val="900"/>
              </a:spcBef>
              <a:spcAft>
                <a:spcPts val="0"/>
              </a:spcAft>
              <a:buClr>
                <a:srgbClr val="000000"/>
              </a:buClr>
              <a:buSzPct val="99951"/>
              <a:buFont typeface="Calibri"/>
              <a:buAutoNum type="arabicPeriod"/>
            </a:pPr>
            <a:r>
              <a:rPr lang="en-US" sz="2046"/>
              <a:t>Future Work</a:t>
            </a:r>
            <a:endParaRPr sz="2046"/>
          </a:p>
          <a:p>
            <a:pPr indent="-478385" lvl="0" marL="478345" rtl="0" algn="l">
              <a:lnSpc>
                <a:spcPct val="81000"/>
              </a:lnSpc>
              <a:spcBef>
                <a:spcPts val="900"/>
              </a:spcBef>
              <a:spcAft>
                <a:spcPts val="0"/>
              </a:spcAft>
              <a:buClr>
                <a:srgbClr val="000000"/>
              </a:buClr>
              <a:buSzPct val="99951"/>
              <a:buFont typeface="Calibri"/>
              <a:buAutoNum type="arabicPeriod"/>
            </a:pPr>
            <a:r>
              <a:rPr lang="en-US" sz="2046"/>
              <a:t>Conclusion</a:t>
            </a:r>
            <a:endParaRPr sz="2046"/>
          </a:p>
          <a:p>
            <a:pPr indent="-478385" lvl="0" marL="478345" rtl="0" algn="l">
              <a:lnSpc>
                <a:spcPct val="81000"/>
              </a:lnSpc>
              <a:spcBef>
                <a:spcPts val="900"/>
              </a:spcBef>
              <a:spcAft>
                <a:spcPts val="0"/>
              </a:spcAft>
              <a:buClr>
                <a:srgbClr val="000000"/>
              </a:buClr>
              <a:buSzPct val="99951"/>
              <a:buFont typeface="Calibri"/>
              <a:buAutoNum type="arabicPeriod"/>
            </a:pPr>
            <a:r>
              <a:rPr lang="en-US" sz="2046"/>
              <a:t>References </a:t>
            </a:r>
            <a:endParaRPr/>
          </a:p>
          <a:p>
            <a:pPr indent="-478385" lvl="0" marL="478345" rtl="0" algn="l">
              <a:lnSpc>
                <a:spcPct val="81000"/>
              </a:lnSpc>
              <a:spcBef>
                <a:spcPts val="900"/>
              </a:spcBef>
              <a:spcAft>
                <a:spcPts val="0"/>
              </a:spcAft>
              <a:buClr>
                <a:srgbClr val="000000"/>
              </a:buClr>
              <a:buSzPct val="99951"/>
              <a:buFont typeface="Calibri"/>
              <a:buAutoNum type="arabicPeriod"/>
            </a:pPr>
            <a:r>
              <a:rPr lang="en-US" sz="2046"/>
              <a:t>Questions</a:t>
            </a:r>
            <a:endParaRPr/>
          </a:p>
        </p:txBody>
      </p:sp>
      <p:sp>
        <p:nvSpPr>
          <p:cNvPr id="55" name="Google Shape;55;p2"/>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56" name="Google Shape;56;p2"/>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i="0" lang="en-US" sz="2800" u="none" cap="none" strike="noStrike">
                <a:solidFill>
                  <a:srgbClr val="FFFFFF"/>
                </a:solidFill>
                <a:latin typeface="Calibri"/>
                <a:ea typeface="Calibri"/>
                <a:cs typeface="Calibri"/>
                <a:sym typeface="Calibri"/>
              </a:rPr>
              <a:t>OUTLINES</a:t>
            </a:r>
            <a:endParaRPr b="1" i="0" sz="2800" u="none" cap="none" strike="noStrike">
              <a:solidFill>
                <a:srgbClr val="FFFFFF"/>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 name="Shape 60"/>
        <p:cNvGrpSpPr/>
        <p:nvPr/>
      </p:nvGrpSpPr>
      <p:grpSpPr>
        <a:xfrm>
          <a:off x="0" y="0"/>
          <a:ext cx="0" cy="0"/>
          <a:chOff x="0" y="0"/>
          <a:chExt cx="0" cy="0"/>
        </a:xfrm>
      </p:grpSpPr>
      <p:sp>
        <p:nvSpPr>
          <p:cNvPr id="61" name="Google Shape;61;p3"/>
          <p:cNvSpPr txBox="1"/>
          <p:nvPr>
            <p:ph idx="1" type="body"/>
          </p:nvPr>
        </p:nvSpPr>
        <p:spPr>
          <a:xfrm>
            <a:off x="628650" y="1122363"/>
            <a:ext cx="7886700" cy="5114925"/>
          </a:xfrm>
          <a:prstGeom prst="rect">
            <a:avLst/>
          </a:prstGeom>
          <a:noFill/>
          <a:ln>
            <a:noFill/>
          </a:ln>
        </p:spPr>
        <p:txBody>
          <a:bodyPr anchorCtr="0" anchor="t" bIns="45700" lIns="45700" spcFirstLastPara="1" rIns="45700" wrap="square" tIns="45700">
            <a:normAutofit/>
          </a:bodyPr>
          <a:lstStyle/>
          <a:p>
            <a:pPr indent="0" lvl="0" marL="0" rtl="0" algn="just">
              <a:lnSpc>
                <a:spcPct val="81000"/>
              </a:lnSpc>
              <a:spcBef>
                <a:spcPts val="0"/>
              </a:spcBef>
              <a:spcAft>
                <a:spcPts val="0"/>
              </a:spcAft>
              <a:buClr>
                <a:srgbClr val="000000"/>
              </a:buClr>
              <a:buSzPts val="2574"/>
              <a:buFont typeface="Arial"/>
              <a:buNone/>
            </a:pPr>
            <a:r>
              <a:rPr b="1" lang="en-US" sz="2574"/>
              <a:t>Motivation:</a:t>
            </a:r>
            <a:endParaRPr/>
          </a:p>
          <a:p>
            <a:pPr indent="-226308" lvl="0" marL="226308" rtl="0" algn="just">
              <a:lnSpc>
                <a:spcPct val="81000"/>
              </a:lnSpc>
              <a:spcBef>
                <a:spcPts val="900"/>
              </a:spcBef>
              <a:spcAft>
                <a:spcPts val="0"/>
              </a:spcAft>
              <a:buClr>
                <a:srgbClr val="000000"/>
              </a:buClr>
              <a:buSzPts val="2574"/>
              <a:buFont typeface="Arial"/>
              <a:buChar char="•"/>
            </a:pPr>
            <a:r>
              <a:rPr lang="en-US" sz="2574"/>
              <a:t>Create a practical CNN model capable of recognizing images of Sign Language gestures.</a:t>
            </a:r>
            <a:endParaRPr/>
          </a:p>
          <a:p>
            <a:pPr indent="-226308" lvl="0" marL="226308" rtl="0" algn="just">
              <a:lnSpc>
                <a:spcPct val="81000"/>
              </a:lnSpc>
              <a:spcBef>
                <a:spcPts val="900"/>
              </a:spcBef>
              <a:spcAft>
                <a:spcPts val="0"/>
              </a:spcAft>
              <a:buClr>
                <a:srgbClr val="000000"/>
              </a:buClr>
              <a:buSzPts val="2574"/>
              <a:buFont typeface="Arial"/>
              <a:buChar char="•"/>
            </a:pPr>
            <a:r>
              <a:rPr lang="en-US" sz="2574"/>
              <a:t>Learn how to apply fundamental Deep Learning concepts in practice.</a:t>
            </a:r>
            <a:endParaRPr/>
          </a:p>
          <a:p>
            <a:pPr indent="-226308" lvl="0" marL="226308" rtl="0" algn="just">
              <a:lnSpc>
                <a:spcPct val="81000"/>
              </a:lnSpc>
              <a:spcBef>
                <a:spcPts val="900"/>
              </a:spcBef>
              <a:spcAft>
                <a:spcPts val="0"/>
              </a:spcAft>
              <a:buClr>
                <a:srgbClr val="000000"/>
              </a:buClr>
              <a:buSzPts val="2574"/>
              <a:buFont typeface="Arial"/>
              <a:buChar char="•"/>
            </a:pPr>
            <a:r>
              <a:rPr lang="en-US" sz="2574"/>
              <a:t>Make a contribution to the development of SLR.</a:t>
            </a:r>
            <a:endParaRPr/>
          </a:p>
          <a:p>
            <a:pPr indent="-226308" lvl="0" marL="226308" rtl="0" algn="just">
              <a:lnSpc>
                <a:spcPct val="81000"/>
              </a:lnSpc>
              <a:spcBef>
                <a:spcPts val="900"/>
              </a:spcBef>
              <a:spcAft>
                <a:spcPts val="0"/>
              </a:spcAft>
              <a:buClr>
                <a:srgbClr val="000000"/>
              </a:buClr>
              <a:buSzPts val="2574"/>
              <a:buFont typeface="Arial"/>
              <a:buChar char="•"/>
            </a:pPr>
            <a:r>
              <a:rPr lang="en-US" sz="2574"/>
              <a:t>Demonstrate the performance of the chosen algorithm.</a:t>
            </a:r>
            <a:endParaRPr/>
          </a:p>
          <a:p>
            <a:pPr indent="0" lvl="0" marL="0" rtl="0" algn="just">
              <a:lnSpc>
                <a:spcPct val="81000"/>
              </a:lnSpc>
              <a:spcBef>
                <a:spcPts val="900"/>
              </a:spcBef>
              <a:spcAft>
                <a:spcPts val="0"/>
              </a:spcAft>
              <a:buClr>
                <a:srgbClr val="000000"/>
              </a:buClr>
              <a:buSzPts val="2574"/>
              <a:buFont typeface="Arial"/>
              <a:buNone/>
            </a:pPr>
            <a:r>
              <a:t/>
            </a:r>
            <a:endParaRPr sz="2574"/>
          </a:p>
          <a:p>
            <a:pPr indent="0" lvl="0" marL="0" rtl="0" algn="just">
              <a:lnSpc>
                <a:spcPct val="81000"/>
              </a:lnSpc>
              <a:spcBef>
                <a:spcPts val="900"/>
              </a:spcBef>
              <a:spcAft>
                <a:spcPts val="0"/>
              </a:spcAft>
              <a:buClr>
                <a:srgbClr val="000000"/>
              </a:buClr>
              <a:buSzPts val="2574"/>
              <a:buFont typeface="Arial"/>
              <a:buNone/>
            </a:pPr>
            <a:r>
              <a:rPr b="1" lang="en-US" sz="2574"/>
              <a:t>Problem Definition:</a:t>
            </a:r>
            <a:endParaRPr/>
          </a:p>
          <a:p>
            <a:pPr indent="0" lvl="0" marL="0" rtl="0" algn="just">
              <a:lnSpc>
                <a:spcPct val="81000"/>
              </a:lnSpc>
              <a:spcBef>
                <a:spcPts val="900"/>
              </a:spcBef>
              <a:spcAft>
                <a:spcPts val="0"/>
              </a:spcAft>
              <a:buClr>
                <a:srgbClr val="000000"/>
              </a:buClr>
              <a:buSzPts val="2574"/>
              <a:buFont typeface="Arial"/>
              <a:buNone/>
            </a:pPr>
            <a:r>
              <a:rPr lang="en-US" sz="2574"/>
              <a:t>From an image containing a Sign Language gesture, we use Sign Language Recognition CNN model to recognize the gesture and output the corresponding English letter.</a:t>
            </a:r>
            <a:endParaRPr/>
          </a:p>
        </p:txBody>
      </p:sp>
      <p:sp>
        <p:nvSpPr>
          <p:cNvPr id="62" name="Google Shape;62;p3"/>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63" name="Google Shape;63;p3"/>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i="0" lang="en-US" sz="2800" u="none" cap="none" strike="noStrike">
                <a:solidFill>
                  <a:srgbClr val="FFFFFF"/>
                </a:solidFill>
                <a:latin typeface="Calibri"/>
                <a:ea typeface="Calibri"/>
                <a:cs typeface="Calibri"/>
                <a:sym typeface="Calibri"/>
              </a:rPr>
              <a:t>INTRODUCTION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 name="Shape 67"/>
        <p:cNvGrpSpPr/>
        <p:nvPr/>
      </p:nvGrpSpPr>
      <p:grpSpPr>
        <a:xfrm>
          <a:off x="0" y="0"/>
          <a:ext cx="0" cy="0"/>
          <a:chOff x="0" y="0"/>
          <a:chExt cx="0" cy="0"/>
        </a:xfrm>
      </p:grpSpPr>
      <p:sp>
        <p:nvSpPr>
          <p:cNvPr id="68" name="Google Shape;68;p4"/>
          <p:cNvSpPr txBox="1"/>
          <p:nvPr>
            <p:ph idx="1" type="body"/>
          </p:nvPr>
        </p:nvSpPr>
        <p:spPr>
          <a:xfrm>
            <a:off x="227013" y="1195388"/>
            <a:ext cx="5249862" cy="5413375"/>
          </a:xfrm>
          <a:prstGeom prst="rect">
            <a:avLst/>
          </a:prstGeom>
          <a:noFill/>
          <a:ln>
            <a:noFill/>
          </a:ln>
        </p:spPr>
        <p:txBody>
          <a:bodyPr anchorCtr="0" anchor="t" bIns="45700" lIns="45700" spcFirstLastPara="1" rIns="45700" wrap="square" tIns="45700">
            <a:normAutofit/>
          </a:bodyPr>
          <a:lstStyle/>
          <a:p>
            <a:pPr indent="0" lvl="0" marL="0" rtl="0" algn="just">
              <a:lnSpc>
                <a:spcPct val="81000"/>
              </a:lnSpc>
              <a:spcBef>
                <a:spcPts val="0"/>
              </a:spcBef>
              <a:spcAft>
                <a:spcPts val="0"/>
              </a:spcAft>
              <a:buClr>
                <a:srgbClr val="000000"/>
              </a:buClr>
              <a:buSzPts val="2500"/>
              <a:buFont typeface="Arial"/>
              <a:buNone/>
            </a:pPr>
            <a:r>
              <a:rPr b="1" lang="en-US" sz="2500"/>
              <a:t>Application for SLR:</a:t>
            </a:r>
            <a:endParaRPr/>
          </a:p>
          <a:p>
            <a:pPr indent="-228593" lvl="0" marL="228593" rtl="0" algn="just">
              <a:lnSpc>
                <a:spcPct val="81000"/>
              </a:lnSpc>
              <a:spcBef>
                <a:spcPts val="1000"/>
              </a:spcBef>
              <a:spcAft>
                <a:spcPts val="0"/>
              </a:spcAft>
              <a:buClr>
                <a:srgbClr val="000000"/>
              </a:buClr>
              <a:buSzPts val="2500"/>
              <a:buFont typeface="Arial"/>
              <a:buChar char="•"/>
            </a:pPr>
            <a:r>
              <a:rPr lang="en-US" sz="2500"/>
              <a:t>Bridge communication between people who know Sign Language and those who don’t.</a:t>
            </a:r>
            <a:endParaRPr/>
          </a:p>
          <a:p>
            <a:pPr indent="-228593" lvl="0" marL="228593" rtl="0" algn="just">
              <a:lnSpc>
                <a:spcPct val="81000"/>
              </a:lnSpc>
              <a:spcBef>
                <a:spcPts val="1000"/>
              </a:spcBef>
              <a:spcAft>
                <a:spcPts val="0"/>
              </a:spcAft>
              <a:buClr>
                <a:srgbClr val="000000"/>
              </a:buClr>
              <a:buSzPts val="2500"/>
              <a:buFont typeface="Arial"/>
              <a:buChar char="•"/>
            </a:pPr>
            <a:r>
              <a:rPr lang="en-US" sz="2500"/>
              <a:t>Improve communication between people who are hearing impaired.</a:t>
            </a:r>
            <a:endParaRPr/>
          </a:p>
          <a:p>
            <a:pPr indent="-228593" lvl="0" marL="228593" rtl="0" algn="just">
              <a:lnSpc>
                <a:spcPct val="81000"/>
              </a:lnSpc>
              <a:spcBef>
                <a:spcPts val="1000"/>
              </a:spcBef>
              <a:spcAft>
                <a:spcPts val="0"/>
              </a:spcAft>
              <a:buClr>
                <a:srgbClr val="000000"/>
              </a:buClr>
              <a:buSzPts val="2500"/>
              <a:buFont typeface="Arial"/>
              <a:buChar char="•"/>
            </a:pPr>
            <a:r>
              <a:rPr lang="en-US" sz="2500"/>
              <a:t>A technology to learn Sign Language and test your knowledge.</a:t>
            </a:r>
            <a:endParaRPr/>
          </a:p>
          <a:p>
            <a:pPr indent="-228593" lvl="0" marL="228593" rtl="0" algn="just">
              <a:lnSpc>
                <a:spcPct val="81000"/>
              </a:lnSpc>
              <a:spcBef>
                <a:spcPts val="1000"/>
              </a:spcBef>
              <a:spcAft>
                <a:spcPts val="0"/>
              </a:spcAft>
              <a:buClr>
                <a:srgbClr val="000000"/>
              </a:buClr>
              <a:buSzPts val="2500"/>
              <a:buFont typeface="Arial"/>
              <a:buChar char="•"/>
            </a:pPr>
            <a:r>
              <a:rPr lang="en-US" sz="2500"/>
              <a:t>Enable machines to recognize Sign Language in order to control them using gestures.</a:t>
            </a:r>
            <a:endParaRPr/>
          </a:p>
          <a:p>
            <a:pPr indent="-228593" lvl="0" marL="228593" rtl="0" algn="just">
              <a:lnSpc>
                <a:spcPct val="81000"/>
              </a:lnSpc>
              <a:spcBef>
                <a:spcPts val="1000"/>
              </a:spcBef>
              <a:spcAft>
                <a:spcPts val="0"/>
              </a:spcAft>
              <a:buClr>
                <a:srgbClr val="000000"/>
              </a:buClr>
              <a:buSzPts val="2500"/>
              <a:buFont typeface="Arial"/>
              <a:buChar char="•"/>
            </a:pPr>
            <a:r>
              <a:rPr lang="en-US" sz="2500"/>
              <a:t>Facilitate communication in loud environments or places where silence is needed.</a:t>
            </a:r>
            <a:endParaRPr/>
          </a:p>
        </p:txBody>
      </p:sp>
      <p:sp>
        <p:nvSpPr>
          <p:cNvPr id="69" name="Google Shape;69;p4"/>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70" name="Google Shape;70;p4"/>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i="0" lang="en-US" sz="2800" u="none" cap="none" strike="noStrike">
                <a:solidFill>
                  <a:srgbClr val="FFFFFF"/>
                </a:solidFill>
                <a:latin typeface="Calibri"/>
                <a:ea typeface="Calibri"/>
                <a:cs typeface="Calibri"/>
                <a:sym typeface="Calibri"/>
              </a:rPr>
              <a:t>APPLICATION</a:t>
            </a:r>
            <a:endParaRPr/>
          </a:p>
        </p:txBody>
      </p:sp>
      <p:pic>
        <p:nvPicPr>
          <p:cNvPr descr="Picture 2" id="71" name="Google Shape;71;p4"/>
          <p:cNvPicPr preferRelativeResize="0"/>
          <p:nvPr/>
        </p:nvPicPr>
        <p:blipFill rotWithShape="1">
          <a:blip r:embed="rId3">
            <a:alphaModFix/>
          </a:blip>
          <a:srcRect b="0" l="0" r="0" t="0"/>
          <a:stretch/>
        </p:blipFill>
        <p:spPr>
          <a:xfrm>
            <a:off x="5551488" y="2190750"/>
            <a:ext cx="3438525" cy="332263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sp>
        <p:nvSpPr>
          <p:cNvPr id="76" name="Google Shape;76;p5"/>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i="0" lang="en-US" sz="2800" u="none" cap="none" strike="noStrike">
                <a:solidFill>
                  <a:srgbClr val="FFFFFF"/>
                </a:solidFill>
                <a:latin typeface="Calibri"/>
                <a:ea typeface="Calibri"/>
                <a:cs typeface="Calibri"/>
                <a:sym typeface="Calibri"/>
              </a:rPr>
              <a:t>LITERATURE REVIEW</a:t>
            </a:r>
            <a:endParaRPr/>
          </a:p>
        </p:txBody>
      </p:sp>
      <p:sp>
        <p:nvSpPr>
          <p:cNvPr id="77" name="Google Shape;77;p5"/>
          <p:cNvSpPr txBox="1"/>
          <p:nvPr>
            <p:ph idx="1" type="body"/>
          </p:nvPr>
        </p:nvSpPr>
        <p:spPr>
          <a:xfrm>
            <a:off x="628650" y="1058863"/>
            <a:ext cx="8180388" cy="5662612"/>
          </a:xfrm>
          <a:prstGeom prst="rect">
            <a:avLst/>
          </a:prstGeom>
          <a:noFill/>
          <a:ln>
            <a:noFill/>
          </a:ln>
        </p:spPr>
        <p:txBody>
          <a:bodyPr anchorCtr="0" anchor="t" bIns="45700" lIns="45700" spcFirstLastPara="1" rIns="45700" wrap="square" tIns="45700">
            <a:normAutofit/>
          </a:bodyPr>
          <a:lstStyle/>
          <a:p>
            <a:pPr indent="0" lvl="0" marL="0" rtl="0" algn="l">
              <a:lnSpc>
                <a:spcPct val="90000"/>
              </a:lnSpc>
              <a:spcBef>
                <a:spcPts val="0"/>
              </a:spcBef>
              <a:spcAft>
                <a:spcPts val="0"/>
              </a:spcAft>
              <a:buClr>
                <a:srgbClr val="000000"/>
              </a:buClr>
              <a:buSzPts val="2000"/>
              <a:buNone/>
            </a:pPr>
            <a:r>
              <a:rPr lang="en-US" sz="2000"/>
              <a:t>	</a:t>
            </a:r>
            <a:endParaRPr/>
          </a:p>
          <a:p>
            <a:pPr indent="-342900" lvl="0" marL="342900" rtl="0" algn="just">
              <a:lnSpc>
                <a:spcPct val="90000"/>
              </a:lnSpc>
              <a:spcBef>
                <a:spcPts val="0"/>
              </a:spcBef>
              <a:spcAft>
                <a:spcPts val="0"/>
              </a:spcAft>
              <a:buClr>
                <a:srgbClr val="000000"/>
              </a:buClr>
              <a:buSzPts val="2000"/>
              <a:buFont typeface="Calibri"/>
              <a:buAutoNum type="arabicPeriod"/>
            </a:pPr>
            <a:r>
              <a:rPr lang="en-US" sz="2000"/>
              <a:t>Y. Zhang and X. Jiang in their 2024 paper “Recent Advances on Deep Learning for Sign Language Recognition” [5] present a comprehensive and up-to-date analysis of the advancements, challenges, and opportunities in deep learning-based sign language recognition, focusing on the past five years of research.</a:t>
            </a:r>
            <a:endParaRPr/>
          </a:p>
          <a:p>
            <a:pPr indent="-215900" lvl="0" marL="342900" rtl="0" algn="just">
              <a:lnSpc>
                <a:spcPct val="90000"/>
              </a:lnSpc>
              <a:spcBef>
                <a:spcPts val="0"/>
              </a:spcBef>
              <a:spcAft>
                <a:spcPts val="0"/>
              </a:spcAft>
              <a:buClr>
                <a:srgbClr val="000000"/>
              </a:buClr>
              <a:buSzPts val="2000"/>
              <a:buFont typeface="Calibri"/>
              <a:buNone/>
            </a:pPr>
            <a:r>
              <a:t/>
            </a:r>
            <a:endParaRPr sz="2000"/>
          </a:p>
          <a:p>
            <a:pPr indent="-342900" lvl="0" marL="342900" rtl="0" algn="just">
              <a:lnSpc>
                <a:spcPct val="90000"/>
              </a:lnSpc>
              <a:spcBef>
                <a:spcPts val="0"/>
              </a:spcBef>
              <a:spcAft>
                <a:spcPts val="0"/>
              </a:spcAft>
              <a:buClr>
                <a:srgbClr val="000000"/>
              </a:buClr>
              <a:buSzPts val="2000"/>
              <a:buFont typeface="Calibri"/>
              <a:buAutoNum type="arabicPeriod"/>
            </a:pPr>
            <a:r>
              <a:rPr lang="en-US" sz="2000"/>
              <a:t> S. K. Hafiz Muhammad, S. D. Mcloughlin, and I. Murtagh in their 2025 paper “Comparative Evaluation and Utilization of Convolutional Neural Network Architectures for Irish Sign Language Recognition” [6] demonstrate innovative technologies that apply SLR in everyday life. Their research evaluates the performance of different deep neural network architectures in the recognition of sign language.</a:t>
            </a:r>
            <a:endParaRPr/>
          </a:p>
          <a:p>
            <a:pPr indent="-215900" lvl="0" marL="342900" rtl="0" algn="just">
              <a:lnSpc>
                <a:spcPct val="90000"/>
              </a:lnSpc>
              <a:spcBef>
                <a:spcPts val="0"/>
              </a:spcBef>
              <a:spcAft>
                <a:spcPts val="0"/>
              </a:spcAft>
              <a:buClr>
                <a:srgbClr val="000000"/>
              </a:buClr>
              <a:buSzPts val="2000"/>
              <a:buFont typeface="Calibri"/>
              <a:buNone/>
            </a:pPr>
            <a:r>
              <a:t/>
            </a:r>
            <a:endParaRPr sz="2000"/>
          </a:p>
          <a:p>
            <a:pPr indent="-342900" lvl="0" marL="342900" rtl="0" algn="just">
              <a:lnSpc>
                <a:spcPct val="90000"/>
              </a:lnSpc>
              <a:spcBef>
                <a:spcPts val="0"/>
              </a:spcBef>
              <a:spcAft>
                <a:spcPts val="0"/>
              </a:spcAft>
              <a:buClr>
                <a:srgbClr val="000000"/>
              </a:buClr>
              <a:buSzPts val="2000"/>
              <a:buFont typeface="Calibri"/>
              <a:buAutoNum type="arabicPeriod" startAt="2"/>
            </a:pPr>
            <a:r>
              <a:rPr lang="en-US" sz="2000"/>
              <a:t>H. A. Taher and S. R. M. Zeebaree in their 2025 paper “A Critical Study of Recent Deep Learning-Based Continuous Sign Language Recognition” [9] present a comprehensive  review of SLR, focusing specifically on Deep Learning techniques. The researchers reviewed 32 studies published by major publishers and examined 12 benchmark datasets related to SLR.</a:t>
            </a:r>
            <a:endParaRPr/>
          </a:p>
          <a:p>
            <a:pPr indent="-215900" lvl="0" marL="342900" rtl="0" algn="just">
              <a:lnSpc>
                <a:spcPct val="90000"/>
              </a:lnSpc>
              <a:spcBef>
                <a:spcPts val="0"/>
              </a:spcBef>
              <a:spcAft>
                <a:spcPts val="0"/>
              </a:spcAft>
              <a:buClr>
                <a:srgbClr val="000000"/>
              </a:buClr>
              <a:buSzPts val="2000"/>
              <a:buFont typeface="Calibri"/>
              <a:buNone/>
            </a:pPr>
            <a:r>
              <a:t/>
            </a:r>
            <a:endParaRPr sz="2000"/>
          </a:p>
        </p:txBody>
      </p:sp>
      <p:sp>
        <p:nvSpPr>
          <p:cNvPr id="78" name="Google Shape;78;p5"/>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 name="Shape 82"/>
        <p:cNvGrpSpPr/>
        <p:nvPr/>
      </p:nvGrpSpPr>
      <p:grpSpPr>
        <a:xfrm>
          <a:off x="0" y="0"/>
          <a:ext cx="0" cy="0"/>
          <a:chOff x="0" y="0"/>
          <a:chExt cx="0" cy="0"/>
        </a:xfrm>
      </p:grpSpPr>
      <p:sp>
        <p:nvSpPr>
          <p:cNvPr id="83" name="Google Shape;83;p6"/>
          <p:cNvSpPr txBox="1"/>
          <p:nvPr>
            <p:ph idx="1" type="body"/>
          </p:nvPr>
        </p:nvSpPr>
        <p:spPr>
          <a:xfrm>
            <a:off x="628650" y="1357313"/>
            <a:ext cx="7886700" cy="2962275"/>
          </a:xfrm>
          <a:prstGeom prst="rect">
            <a:avLst/>
          </a:prstGeom>
          <a:noFill/>
          <a:ln>
            <a:noFill/>
          </a:ln>
        </p:spPr>
        <p:txBody>
          <a:bodyPr anchorCtr="0" anchor="t" bIns="45700" lIns="45700" spcFirstLastPara="1" rIns="45700" wrap="square" tIns="45700">
            <a:normAutofit/>
          </a:bodyPr>
          <a:lstStyle/>
          <a:p>
            <a:pPr indent="0" lvl="0" marL="0" rtl="0" algn="just">
              <a:lnSpc>
                <a:spcPct val="72000"/>
              </a:lnSpc>
              <a:spcBef>
                <a:spcPts val="0"/>
              </a:spcBef>
              <a:spcAft>
                <a:spcPts val="0"/>
              </a:spcAft>
              <a:buClr>
                <a:srgbClr val="000000"/>
              </a:buClr>
              <a:buSzPts val="2475"/>
              <a:buFont typeface="Arial"/>
              <a:buNone/>
            </a:pPr>
            <a:r>
              <a:rPr lang="en-US" sz="2475"/>
              <a:t>Studying the related literature allowed us to:</a:t>
            </a:r>
            <a:endParaRPr/>
          </a:p>
          <a:p>
            <a:pPr indent="-226308" lvl="0" marL="226308" rtl="0" algn="just">
              <a:lnSpc>
                <a:spcPct val="72000"/>
              </a:lnSpc>
              <a:spcBef>
                <a:spcPts val="900"/>
              </a:spcBef>
              <a:spcAft>
                <a:spcPts val="0"/>
              </a:spcAft>
              <a:buClr>
                <a:srgbClr val="000000"/>
              </a:buClr>
              <a:buSzPts val="2475"/>
              <a:buFont typeface="Arial"/>
              <a:buChar char="•"/>
            </a:pPr>
            <a:r>
              <a:rPr lang="en-US" sz="2475"/>
              <a:t>Understand concept and inner workings of SLR.</a:t>
            </a:r>
            <a:endParaRPr/>
          </a:p>
          <a:p>
            <a:pPr indent="-226308" lvl="0" marL="226308" rtl="0" algn="just">
              <a:lnSpc>
                <a:spcPct val="72000"/>
              </a:lnSpc>
              <a:spcBef>
                <a:spcPts val="900"/>
              </a:spcBef>
              <a:spcAft>
                <a:spcPts val="0"/>
              </a:spcAft>
              <a:buClr>
                <a:srgbClr val="000000"/>
              </a:buClr>
              <a:buSzPts val="2475"/>
              <a:buFont typeface="Arial"/>
              <a:buChar char="•"/>
            </a:pPr>
            <a:r>
              <a:rPr lang="en-US" sz="2475"/>
              <a:t>Learn the architecture of SLR and all of the steps a CNN model would have to perform for SLR.</a:t>
            </a:r>
            <a:endParaRPr/>
          </a:p>
          <a:p>
            <a:pPr indent="-226308" lvl="0" marL="226308" rtl="0" algn="just">
              <a:lnSpc>
                <a:spcPct val="72000"/>
              </a:lnSpc>
              <a:spcBef>
                <a:spcPts val="900"/>
              </a:spcBef>
              <a:spcAft>
                <a:spcPts val="0"/>
              </a:spcAft>
              <a:buClr>
                <a:srgbClr val="000000"/>
              </a:buClr>
              <a:buSzPts val="2475"/>
              <a:buFont typeface="Arial"/>
              <a:buChar char="•"/>
            </a:pPr>
            <a:r>
              <a:rPr lang="en-US" sz="2475"/>
              <a:t>Learn different algorithms and techniques that can be used at each step.</a:t>
            </a:r>
            <a:endParaRPr/>
          </a:p>
          <a:p>
            <a:pPr indent="-226308" lvl="0" marL="226308" rtl="0" algn="just">
              <a:lnSpc>
                <a:spcPct val="72000"/>
              </a:lnSpc>
              <a:spcBef>
                <a:spcPts val="900"/>
              </a:spcBef>
              <a:spcAft>
                <a:spcPts val="0"/>
              </a:spcAft>
              <a:buClr>
                <a:srgbClr val="000000"/>
              </a:buClr>
              <a:buSzPts val="2475"/>
              <a:buFont typeface="Arial"/>
              <a:buChar char="•"/>
            </a:pPr>
            <a:r>
              <a:rPr lang="en-US" sz="2475"/>
              <a:t>Learn the challenges that SLR faces and possible solutions to them.</a:t>
            </a:r>
            <a:endParaRPr/>
          </a:p>
        </p:txBody>
      </p:sp>
      <p:sp>
        <p:nvSpPr>
          <p:cNvPr id="84" name="Google Shape;84;p6"/>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85" name="Google Shape;85;p6"/>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i="0" lang="en-US" sz="2800" u="none" cap="none" strike="noStrike">
                <a:solidFill>
                  <a:srgbClr val="FFFFFF"/>
                </a:solidFill>
                <a:latin typeface="Calibri"/>
                <a:ea typeface="Calibri"/>
                <a:cs typeface="Calibri"/>
                <a:sym typeface="Calibri"/>
              </a:rPr>
              <a:t>LITERATURE REVIEW RESULTS</a:t>
            </a:r>
            <a:endParaRPr/>
          </a:p>
        </p:txBody>
      </p:sp>
      <p:pic>
        <p:nvPicPr>
          <p:cNvPr descr="Picture 2" id="86" name="Google Shape;86;p6"/>
          <p:cNvPicPr preferRelativeResize="0"/>
          <p:nvPr/>
        </p:nvPicPr>
        <p:blipFill rotWithShape="1">
          <a:blip r:embed="rId3">
            <a:alphaModFix/>
          </a:blip>
          <a:srcRect b="0" l="0" r="0" t="0"/>
          <a:stretch/>
        </p:blipFill>
        <p:spPr>
          <a:xfrm>
            <a:off x="2085975" y="4319588"/>
            <a:ext cx="5078413" cy="22606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7"/>
          <p:cNvSpPr txBox="1"/>
          <p:nvPr>
            <p:ph idx="1" type="body"/>
          </p:nvPr>
        </p:nvSpPr>
        <p:spPr>
          <a:xfrm>
            <a:off x="630238" y="1128713"/>
            <a:ext cx="7942262" cy="4978400"/>
          </a:xfrm>
          <a:prstGeom prst="rect">
            <a:avLst/>
          </a:prstGeom>
          <a:noFill/>
          <a:ln>
            <a:noFill/>
          </a:ln>
        </p:spPr>
        <p:txBody>
          <a:bodyPr anchorCtr="0" anchor="t" bIns="45700" lIns="45700" spcFirstLastPara="1" rIns="45700" wrap="square" tIns="45700">
            <a:noAutofit/>
          </a:bodyPr>
          <a:lstStyle/>
          <a:p>
            <a:pPr indent="0" lvl="0" marL="0" marR="0" rtl="0" algn="l">
              <a:lnSpc>
                <a:spcPct val="90000"/>
              </a:lnSpc>
              <a:spcBef>
                <a:spcPts val="0"/>
              </a:spcBef>
              <a:spcAft>
                <a:spcPts val="0"/>
              </a:spcAft>
              <a:buClr>
                <a:srgbClr val="000000"/>
              </a:buClr>
              <a:buSzPts val="1600"/>
              <a:buFont typeface="Arial"/>
              <a:buNone/>
            </a:pPr>
            <a:r>
              <a:t/>
            </a:r>
            <a:endParaRPr b="0" i="0" sz="1600" u="none" cap="none" strike="noStrike">
              <a:solidFill>
                <a:srgbClr val="000000"/>
              </a:solidFill>
              <a:latin typeface="Calibri"/>
              <a:ea typeface="Calibri"/>
              <a:cs typeface="Calibri"/>
              <a:sym typeface="Calibri"/>
            </a:endParaRPr>
          </a:p>
        </p:txBody>
      </p:sp>
      <p:sp>
        <p:nvSpPr>
          <p:cNvPr id="92" name="Google Shape;92;p7"/>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93" name="Google Shape;93;p7"/>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i="0" lang="en-US" sz="2800" u="none" cap="none" strike="noStrike">
                <a:solidFill>
                  <a:srgbClr val="FFFFFF"/>
                </a:solidFill>
                <a:latin typeface="Calibri"/>
                <a:ea typeface="Calibri"/>
                <a:cs typeface="Calibri"/>
                <a:sym typeface="Calibri"/>
              </a:rPr>
              <a:t>ALGORITHM/APPROACH/METHODOLOGY</a:t>
            </a:r>
            <a:endParaRPr/>
          </a:p>
        </p:txBody>
      </p:sp>
      <p:grpSp>
        <p:nvGrpSpPr>
          <p:cNvPr id="94" name="Google Shape;94;p7"/>
          <p:cNvGrpSpPr/>
          <p:nvPr/>
        </p:nvGrpSpPr>
        <p:grpSpPr>
          <a:xfrm>
            <a:off x="628650" y="1062531"/>
            <a:ext cx="8058150" cy="5128721"/>
            <a:chOff x="0" y="227449"/>
            <a:chExt cx="8058554" cy="5127423"/>
          </a:xfrm>
        </p:grpSpPr>
        <p:grpSp>
          <p:nvGrpSpPr>
            <p:cNvPr id="95" name="Google Shape;95;p7"/>
            <p:cNvGrpSpPr/>
            <p:nvPr/>
          </p:nvGrpSpPr>
          <p:grpSpPr>
            <a:xfrm>
              <a:off x="0" y="4691466"/>
              <a:ext cx="1971379" cy="577294"/>
              <a:chOff x="0" y="0"/>
              <a:chExt cx="1971377" cy="577292"/>
            </a:xfrm>
          </p:grpSpPr>
          <p:sp>
            <p:nvSpPr>
              <p:cNvPr id="96" name="Google Shape;96;p7"/>
              <p:cNvSpPr/>
              <p:nvPr/>
            </p:nvSpPr>
            <p:spPr>
              <a:xfrm>
                <a:off x="0" y="0"/>
                <a:ext cx="1971377" cy="577292"/>
              </a:xfrm>
              <a:prstGeom prst="rect">
                <a:avLst/>
              </a:prstGeom>
              <a:solidFill>
                <a:schemeClr val="accent2"/>
              </a:solidFill>
              <a:ln cap="flat" cmpd="sng" w="12700">
                <a:solidFill>
                  <a:schemeClr val="accent2"/>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None/>
                </a:pPr>
                <a:r>
                  <a:t/>
                </a:r>
                <a:endParaRPr b="0" i="0" sz="3200" u="none" cap="none" strike="noStrike">
                  <a:solidFill>
                    <a:srgbClr val="FFFFFF"/>
                  </a:solidFill>
                  <a:latin typeface="Calibri"/>
                  <a:ea typeface="Calibri"/>
                  <a:cs typeface="Calibri"/>
                  <a:sym typeface="Calibri"/>
                </a:endParaRPr>
              </a:p>
            </p:txBody>
          </p:sp>
          <p:sp>
            <p:nvSpPr>
              <p:cNvPr id="97" name="Google Shape;97;p7"/>
              <p:cNvSpPr txBox="1"/>
              <p:nvPr/>
            </p:nvSpPr>
            <p:spPr>
              <a:xfrm>
                <a:off x="0" y="24071"/>
                <a:ext cx="1971377" cy="529150"/>
              </a:xfrm>
              <a:prstGeom prst="rect">
                <a:avLst/>
              </a:prstGeom>
              <a:noFill/>
              <a:ln>
                <a:noFill/>
              </a:ln>
            </p:spPr>
            <p:txBody>
              <a:bodyPr anchorCtr="0" anchor="ctr" bIns="140200" lIns="140200" spcFirstLastPara="1" rIns="140200" wrap="square" tIns="140200">
                <a:spAutoFit/>
              </a:bodyPr>
              <a:lstStyle/>
              <a:p>
                <a:pPr indent="0" lvl="0" marL="0" marR="0" rtl="0" algn="ctr">
                  <a:lnSpc>
                    <a:spcPct val="90000"/>
                  </a:lnSpc>
                  <a:spcBef>
                    <a:spcPts val="0"/>
                  </a:spcBef>
                  <a:spcAft>
                    <a:spcPts val="0"/>
                  </a:spcAft>
                  <a:buNone/>
                </a:pPr>
                <a:r>
                  <a:rPr b="0" i="0" lang="en-US" sz="2000" u="none" cap="none" strike="noStrike">
                    <a:solidFill>
                      <a:srgbClr val="FFFFFF"/>
                    </a:solidFill>
                    <a:latin typeface="Calibri"/>
                    <a:ea typeface="Calibri"/>
                    <a:cs typeface="Calibri"/>
                    <a:sym typeface="Calibri"/>
                  </a:rPr>
                  <a:t>Step 6</a:t>
                </a:r>
                <a:endParaRPr/>
              </a:p>
            </p:txBody>
          </p:sp>
        </p:grpSp>
        <p:grpSp>
          <p:nvGrpSpPr>
            <p:cNvPr id="98" name="Google Shape;98;p7"/>
            <p:cNvGrpSpPr/>
            <p:nvPr/>
          </p:nvGrpSpPr>
          <p:grpSpPr>
            <a:xfrm>
              <a:off x="1971376" y="4605353"/>
              <a:ext cx="5914134" cy="749519"/>
              <a:chOff x="0" y="-1"/>
              <a:chExt cx="5914132" cy="749518"/>
            </a:xfrm>
          </p:grpSpPr>
          <p:sp>
            <p:nvSpPr>
              <p:cNvPr id="99" name="Google Shape;99;p7"/>
              <p:cNvSpPr/>
              <p:nvPr/>
            </p:nvSpPr>
            <p:spPr>
              <a:xfrm>
                <a:off x="0" y="86112"/>
                <a:ext cx="5914132" cy="577293"/>
              </a:xfrm>
              <a:prstGeom prst="rect">
                <a:avLst/>
              </a:prstGeom>
              <a:solidFill>
                <a:srgbClr val="F8D6CC">
                  <a:alpha val="90196"/>
                </a:srgbClr>
              </a:solidFill>
              <a:ln cap="flat" cmpd="sng" w="12700">
                <a:solidFill>
                  <a:srgbClr val="F8D6CC">
                    <a:alpha val="90196"/>
                  </a:srgbClr>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100" name="Google Shape;100;p7"/>
              <p:cNvSpPr txBox="1"/>
              <p:nvPr/>
            </p:nvSpPr>
            <p:spPr>
              <a:xfrm>
                <a:off x="0" y="-1"/>
                <a:ext cx="5914131" cy="749518"/>
              </a:xfrm>
              <a:prstGeom prst="rect">
                <a:avLst/>
              </a:prstGeom>
              <a:noFill/>
              <a:ln>
                <a:noFill/>
              </a:ln>
            </p:spPr>
            <p:txBody>
              <a:bodyPr anchorCtr="0" anchor="ctr" bIns="119950" lIns="119950" spcFirstLastPara="1" rIns="119950" wrap="square" tIns="119950">
                <a:spAutoFit/>
              </a:bodyPr>
              <a:lstStyle/>
              <a:p>
                <a:pPr indent="0" lvl="0" marL="0" marR="0" rtl="0" algn="l">
                  <a:lnSpc>
                    <a:spcPct val="90000"/>
                  </a:lnSpc>
                  <a:spcBef>
                    <a:spcPts val="0"/>
                  </a:spcBef>
                  <a:spcAft>
                    <a:spcPts val="0"/>
                  </a:spcAft>
                  <a:buNone/>
                </a:pPr>
                <a:r>
                  <a:rPr b="0" i="0" lang="en-US" sz="1800" u="none" cap="none" strike="noStrike">
                    <a:solidFill>
                      <a:srgbClr val="000000"/>
                    </a:solidFill>
                    <a:latin typeface="Calibri"/>
                    <a:ea typeface="Calibri"/>
                    <a:cs typeface="Calibri"/>
                    <a:sym typeface="Calibri"/>
                  </a:rPr>
                  <a:t>Test and tune the parameters of the CNN to achieve the optimal accuracy.</a:t>
                </a:r>
                <a:endParaRPr/>
              </a:p>
            </p:txBody>
          </p:sp>
        </p:grpSp>
        <p:grpSp>
          <p:nvGrpSpPr>
            <p:cNvPr id="101" name="Google Shape;101;p7"/>
            <p:cNvGrpSpPr/>
            <p:nvPr/>
          </p:nvGrpSpPr>
          <p:grpSpPr>
            <a:xfrm>
              <a:off x="0" y="3812210"/>
              <a:ext cx="1971774" cy="887188"/>
              <a:chOff x="0" y="-40"/>
              <a:chExt cx="1971772" cy="887187"/>
            </a:xfrm>
          </p:grpSpPr>
          <p:sp>
            <p:nvSpPr>
              <p:cNvPr id="102" name="Google Shape;102;p7"/>
              <p:cNvSpPr/>
              <p:nvPr/>
            </p:nvSpPr>
            <p:spPr>
              <a:xfrm rot="10800000">
                <a:off x="0" y="-40"/>
                <a:ext cx="1971772" cy="887187"/>
              </a:xfrm>
              <a:custGeom>
                <a:rect b="b" l="l" r="r" t="t"/>
                <a:pathLst>
                  <a:path extrusionOk="0" h="21600" w="21600">
                    <a:moveTo>
                      <a:pt x="0" y="7565"/>
                    </a:moveTo>
                    <a:lnTo>
                      <a:pt x="10557" y="7565"/>
                    </a:lnTo>
                    <a:lnTo>
                      <a:pt x="10557" y="3240"/>
                    </a:lnTo>
                    <a:lnTo>
                      <a:pt x="9827" y="3240"/>
                    </a:lnTo>
                    <a:lnTo>
                      <a:pt x="10800" y="0"/>
                    </a:lnTo>
                    <a:lnTo>
                      <a:pt x="11773" y="3240"/>
                    </a:lnTo>
                    <a:lnTo>
                      <a:pt x="11043" y="3240"/>
                    </a:lnTo>
                    <a:lnTo>
                      <a:pt x="11043" y="7565"/>
                    </a:lnTo>
                    <a:lnTo>
                      <a:pt x="21600" y="7565"/>
                    </a:lnTo>
                    <a:lnTo>
                      <a:pt x="21600" y="21600"/>
                    </a:lnTo>
                    <a:lnTo>
                      <a:pt x="0" y="21600"/>
                    </a:lnTo>
                    <a:close/>
                  </a:path>
                </a:pathLst>
              </a:custGeom>
              <a:solidFill>
                <a:schemeClr val="accent3"/>
              </a:solidFill>
              <a:ln cap="flat" cmpd="sng" w="12700">
                <a:solidFill>
                  <a:schemeClr val="accent3"/>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None/>
                </a:pPr>
                <a:r>
                  <a:t/>
                </a:r>
                <a:endParaRPr b="0" i="0" sz="3200" u="none" cap="none" strike="noStrike">
                  <a:solidFill>
                    <a:srgbClr val="FFFFFF"/>
                  </a:solidFill>
                  <a:latin typeface="Calibri"/>
                  <a:ea typeface="Calibri"/>
                  <a:cs typeface="Calibri"/>
                  <a:sym typeface="Calibri"/>
                </a:endParaRPr>
              </a:p>
            </p:txBody>
          </p:sp>
          <p:sp>
            <p:nvSpPr>
              <p:cNvPr id="103" name="Google Shape;103;p7"/>
              <p:cNvSpPr txBox="1"/>
              <p:nvPr/>
            </p:nvSpPr>
            <p:spPr>
              <a:xfrm>
                <a:off x="0" y="23984"/>
                <a:ext cx="1971378" cy="529151"/>
              </a:xfrm>
              <a:prstGeom prst="rect">
                <a:avLst/>
              </a:prstGeom>
              <a:noFill/>
              <a:ln>
                <a:noFill/>
              </a:ln>
            </p:spPr>
            <p:txBody>
              <a:bodyPr anchorCtr="0" anchor="ctr" bIns="140200" lIns="140200" spcFirstLastPara="1" rIns="140200" wrap="square" tIns="140200">
                <a:spAutoFit/>
              </a:bodyPr>
              <a:lstStyle/>
              <a:p>
                <a:pPr indent="0" lvl="0" marL="0" marR="0" rtl="0" algn="ctr">
                  <a:lnSpc>
                    <a:spcPct val="90000"/>
                  </a:lnSpc>
                  <a:spcBef>
                    <a:spcPts val="0"/>
                  </a:spcBef>
                  <a:spcAft>
                    <a:spcPts val="0"/>
                  </a:spcAft>
                  <a:buNone/>
                </a:pPr>
                <a:r>
                  <a:rPr b="0" i="0" lang="en-US" sz="2000" u="none" cap="none" strike="noStrike">
                    <a:solidFill>
                      <a:srgbClr val="FFFFFF"/>
                    </a:solidFill>
                    <a:latin typeface="Calibri"/>
                    <a:ea typeface="Calibri"/>
                    <a:cs typeface="Calibri"/>
                    <a:sym typeface="Calibri"/>
                  </a:rPr>
                  <a:t>Step 5</a:t>
                </a:r>
                <a:endParaRPr/>
              </a:p>
            </p:txBody>
          </p:sp>
        </p:grpSp>
        <p:grpSp>
          <p:nvGrpSpPr>
            <p:cNvPr id="104" name="Google Shape;104;p7"/>
            <p:cNvGrpSpPr/>
            <p:nvPr/>
          </p:nvGrpSpPr>
          <p:grpSpPr>
            <a:xfrm>
              <a:off x="1971376" y="3730467"/>
              <a:ext cx="6010974" cy="740685"/>
              <a:chOff x="0" y="4416"/>
              <a:chExt cx="6010972" cy="740683"/>
            </a:xfrm>
          </p:grpSpPr>
          <p:sp>
            <p:nvSpPr>
              <p:cNvPr id="105" name="Google Shape;105;p7"/>
              <p:cNvSpPr/>
              <p:nvPr/>
            </p:nvSpPr>
            <p:spPr>
              <a:xfrm>
                <a:off x="0" y="86198"/>
                <a:ext cx="5914132" cy="577120"/>
              </a:xfrm>
              <a:prstGeom prst="rect">
                <a:avLst/>
              </a:prstGeom>
              <a:solidFill>
                <a:srgbClr val="E0E0E0">
                  <a:alpha val="90196"/>
                </a:srgbClr>
              </a:solidFill>
              <a:ln cap="flat" cmpd="sng" w="12700">
                <a:solidFill>
                  <a:srgbClr val="E0E0E0">
                    <a:alpha val="90196"/>
                  </a:srgbClr>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106" name="Google Shape;106;p7"/>
              <p:cNvSpPr txBox="1"/>
              <p:nvPr/>
            </p:nvSpPr>
            <p:spPr>
              <a:xfrm>
                <a:off x="0" y="4416"/>
                <a:ext cx="6010972" cy="740683"/>
              </a:xfrm>
              <a:prstGeom prst="rect">
                <a:avLst/>
              </a:prstGeom>
              <a:noFill/>
              <a:ln>
                <a:noFill/>
              </a:ln>
            </p:spPr>
            <p:txBody>
              <a:bodyPr anchorCtr="0" anchor="ctr" bIns="119950" lIns="119950" spcFirstLastPara="1" rIns="119950" wrap="square" tIns="119950">
                <a:spAutoFit/>
              </a:bodyPr>
              <a:lstStyle/>
              <a:p>
                <a:pPr indent="0" lvl="0" marL="0" marR="0" rtl="0" algn="l">
                  <a:lnSpc>
                    <a:spcPct val="90000"/>
                  </a:lnSpc>
                  <a:spcBef>
                    <a:spcPts val="0"/>
                  </a:spcBef>
                  <a:spcAft>
                    <a:spcPts val="0"/>
                  </a:spcAft>
                  <a:buNone/>
                </a:pPr>
                <a:r>
                  <a:rPr b="0" i="0" lang="en-US" sz="1800" u="none" cap="none" strike="noStrike">
                    <a:solidFill>
                      <a:srgbClr val="000000"/>
                    </a:solidFill>
                    <a:latin typeface="Calibri"/>
                    <a:ea typeface="Calibri"/>
                    <a:cs typeface="Calibri"/>
                    <a:sym typeface="Calibri"/>
                  </a:rPr>
                  <a:t>Train the Convolution and Fully-connected layers of the model using backpropagation and MNIST Sign Language dataset.</a:t>
                </a:r>
                <a:endParaRPr/>
              </a:p>
            </p:txBody>
          </p:sp>
        </p:grpSp>
        <p:grpSp>
          <p:nvGrpSpPr>
            <p:cNvPr id="107" name="Google Shape;107;p7"/>
            <p:cNvGrpSpPr/>
            <p:nvPr/>
          </p:nvGrpSpPr>
          <p:grpSpPr>
            <a:xfrm>
              <a:off x="0" y="2932958"/>
              <a:ext cx="1971774" cy="887188"/>
              <a:chOff x="0" y="-76"/>
              <a:chExt cx="1971772" cy="887187"/>
            </a:xfrm>
          </p:grpSpPr>
          <p:sp>
            <p:nvSpPr>
              <p:cNvPr id="108" name="Google Shape;108;p7"/>
              <p:cNvSpPr/>
              <p:nvPr/>
            </p:nvSpPr>
            <p:spPr>
              <a:xfrm rot="10800000">
                <a:off x="0" y="-76"/>
                <a:ext cx="1971772" cy="887187"/>
              </a:xfrm>
              <a:custGeom>
                <a:rect b="b" l="l" r="r" t="t"/>
                <a:pathLst>
                  <a:path extrusionOk="0" h="21600" w="21600">
                    <a:moveTo>
                      <a:pt x="0" y="7565"/>
                    </a:moveTo>
                    <a:lnTo>
                      <a:pt x="10557" y="7565"/>
                    </a:lnTo>
                    <a:lnTo>
                      <a:pt x="10557" y="3240"/>
                    </a:lnTo>
                    <a:lnTo>
                      <a:pt x="9827" y="3240"/>
                    </a:lnTo>
                    <a:lnTo>
                      <a:pt x="10800" y="0"/>
                    </a:lnTo>
                    <a:lnTo>
                      <a:pt x="11773" y="3240"/>
                    </a:lnTo>
                    <a:lnTo>
                      <a:pt x="11043" y="3240"/>
                    </a:lnTo>
                    <a:lnTo>
                      <a:pt x="11043" y="7565"/>
                    </a:lnTo>
                    <a:lnTo>
                      <a:pt x="21600" y="7565"/>
                    </a:lnTo>
                    <a:lnTo>
                      <a:pt x="21600" y="21600"/>
                    </a:lnTo>
                    <a:lnTo>
                      <a:pt x="0" y="21600"/>
                    </a:lnTo>
                    <a:close/>
                  </a:path>
                </a:pathLst>
              </a:custGeom>
              <a:solidFill>
                <a:schemeClr val="accent4"/>
              </a:solidFill>
              <a:ln cap="flat" cmpd="sng" w="12700">
                <a:solidFill>
                  <a:schemeClr val="accent4"/>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None/>
                </a:pPr>
                <a:r>
                  <a:t/>
                </a:r>
                <a:endParaRPr b="0" i="0" sz="3200" u="none" cap="none" strike="noStrike">
                  <a:solidFill>
                    <a:srgbClr val="FFFFFF"/>
                  </a:solidFill>
                  <a:latin typeface="Calibri"/>
                  <a:ea typeface="Calibri"/>
                  <a:cs typeface="Calibri"/>
                  <a:sym typeface="Calibri"/>
                </a:endParaRPr>
              </a:p>
            </p:txBody>
          </p:sp>
          <p:sp>
            <p:nvSpPr>
              <p:cNvPr id="109" name="Google Shape;109;p7"/>
              <p:cNvSpPr txBox="1"/>
              <p:nvPr/>
            </p:nvSpPr>
            <p:spPr>
              <a:xfrm>
                <a:off x="0" y="23984"/>
                <a:ext cx="1971378" cy="529151"/>
              </a:xfrm>
              <a:prstGeom prst="rect">
                <a:avLst/>
              </a:prstGeom>
              <a:noFill/>
              <a:ln>
                <a:noFill/>
              </a:ln>
            </p:spPr>
            <p:txBody>
              <a:bodyPr anchorCtr="0" anchor="ctr" bIns="140200" lIns="140200" spcFirstLastPara="1" rIns="140200" wrap="square" tIns="140200">
                <a:spAutoFit/>
              </a:bodyPr>
              <a:lstStyle/>
              <a:p>
                <a:pPr indent="0" lvl="0" marL="0" marR="0" rtl="0" algn="ctr">
                  <a:lnSpc>
                    <a:spcPct val="90000"/>
                  </a:lnSpc>
                  <a:spcBef>
                    <a:spcPts val="0"/>
                  </a:spcBef>
                  <a:spcAft>
                    <a:spcPts val="0"/>
                  </a:spcAft>
                  <a:buNone/>
                </a:pPr>
                <a:r>
                  <a:rPr b="0" i="0" lang="en-US" sz="2000" u="none" cap="none" strike="noStrike">
                    <a:solidFill>
                      <a:srgbClr val="FFFFFF"/>
                    </a:solidFill>
                    <a:latin typeface="Calibri"/>
                    <a:ea typeface="Calibri"/>
                    <a:cs typeface="Calibri"/>
                    <a:sym typeface="Calibri"/>
                  </a:rPr>
                  <a:t>Step 4</a:t>
                </a:r>
                <a:endParaRPr/>
              </a:p>
            </p:txBody>
          </p:sp>
        </p:grpSp>
        <p:grpSp>
          <p:nvGrpSpPr>
            <p:cNvPr id="110" name="Google Shape;110;p7"/>
            <p:cNvGrpSpPr/>
            <p:nvPr/>
          </p:nvGrpSpPr>
          <p:grpSpPr>
            <a:xfrm>
              <a:off x="1971376" y="2851252"/>
              <a:ext cx="5914134" cy="740686"/>
              <a:chOff x="0" y="4417"/>
              <a:chExt cx="5914132" cy="740683"/>
            </a:xfrm>
          </p:grpSpPr>
          <p:sp>
            <p:nvSpPr>
              <p:cNvPr id="111" name="Google Shape;111;p7"/>
              <p:cNvSpPr/>
              <p:nvPr/>
            </p:nvSpPr>
            <p:spPr>
              <a:xfrm>
                <a:off x="0" y="86198"/>
                <a:ext cx="5914132" cy="577120"/>
              </a:xfrm>
              <a:prstGeom prst="rect">
                <a:avLst/>
              </a:prstGeom>
              <a:solidFill>
                <a:srgbClr val="FFE8CA">
                  <a:alpha val="90196"/>
                </a:srgbClr>
              </a:solidFill>
              <a:ln cap="flat" cmpd="sng" w="12700">
                <a:solidFill>
                  <a:srgbClr val="FFE8CA">
                    <a:alpha val="90196"/>
                  </a:srgbClr>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112" name="Google Shape;112;p7"/>
              <p:cNvSpPr txBox="1"/>
              <p:nvPr/>
            </p:nvSpPr>
            <p:spPr>
              <a:xfrm>
                <a:off x="0" y="4417"/>
                <a:ext cx="5914131" cy="740683"/>
              </a:xfrm>
              <a:prstGeom prst="rect">
                <a:avLst/>
              </a:prstGeom>
              <a:noFill/>
              <a:ln>
                <a:noFill/>
              </a:ln>
            </p:spPr>
            <p:txBody>
              <a:bodyPr anchorCtr="0" anchor="ctr" bIns="119950" lIns="119950" spcFirstLastPara="1" rIns="119950" wrap="square" tIns="119950">
                <a:spAutoFit/>
              </a:bodyPr>
              <a:lstStyle/>
              <a:p>
                <a:pPr indent="0" lvl="0" marL="0" marR="0" rtl="0" algn="l">
                  <a:lnSpc>
                    <a:spcPct val="90000"/>
                  </a:lnSpc>
                  <a:spcBef>
                    <a:spcPts val="0"/>
                  </a:spcBef>
                  <a:spcAft>
                    <a:spcPts val="0"/>
                  </a:spcAft>
                  <a:buNone/>
                </a:pPr>
                <a:r>
                  <a:rPr b="0" i="0" lang="en-US" sz="1800" u="none" cap="none" strike="noStrike">
                    <a:solidFill>
                      <a:srgbClr val="000000"/>
                    </a:solidFill>
                    <a:latin typeface="Calibri"/>
                    <a:ea typeface="Calibri"/>
                    <a:cs typeface="Calibri"/>
                    <a:sym typeface="Calibri"/>
                  </a:rPr>
                  <a:t>Reduce the size of the image during pooling to compress the feature map created during filtering.</a:t>
                </a:r>
                <a:endParaRPr b="0" i="0" sz="1800" u="none" cap="none" strike="noStrike">
                  <a:solidFill>
                    <a:srgbClr val="000000"/>
                  </a:solidFill>
                  <a:latin typeface="Calibri"/>
                  <a:ea typeface="Calibri"/>
                  <a:cs typeface="Calibri"/>
                  <a:sym typeface="Calibri"/>
                </a:endParaRPr>
              </a:p>
            </p:txBody>
          </p:sp>
        </p:grpSp>
        <p:grpSp>
          <p:nvGrpSpPr>
            <p:cNvPr id="113" name="Google Shape;113;p7"/>
            <p:cNvGrpSpPr/>
            <p:nvPr/>
          </p:nvGrpSpPr>
          <p:grpSpPr>
            <a:xfrm>
              <a:off x="0" y="2053705"/>
              <a:ext cx="1971774" cy="888775"/>
              <a:chOff x="0" y="-113"/>
              <a:chExt cx="1971772" cy="888774"/>
            </a:xfrm>
          </p:grpSpPr>
          <p:sp>
            <p:nvSpPr>
              <p:cNvPr id="114" name="Google Shape;114;p7"/>
              <p:cNvSpPr/>
              <p:nvPr/>
            </p:nvSpPr>
            <p:spPr>
              <a:xfrm rot="10800000">
                <a:off x="0" y="-113"/>
                <a:ext cx="1971772" cy="888774"/>
              </a:xfrm>
              <a:custGeom>
                <a:rect b="b" l="l" r="r" t="t"/>
                <a:pathLst>
                  <a:path extrusionOk="0" h="21600" w="21600">
                    <a:moveTo>
                      <a:pt x="0" y="7565"/>
                    </a:moveTo>
                    <a:lnTo>
                      <a:pt x="10557" y="7565"/>
                    </a:lnTo>
                    <a:lnTo>
                      <a:pt x="10557" y="3240"/>
                    </a:lnTo>
                    <a:lnTo>
                      <a:pt x="9827" y="3240"/>
                    </a:lnTo>
                    <a:lnTo>
                      <a:pt x="10800" y="0"/>
                    </a:lnTo>
                    <a:lnTo>
                      <a:pt x="11773" y="3240"/>
                    </a:lnTo>
                    <a:lnTo>
                      <a:pt x="11043" y="3240"/>
                    </a:lnTo>
                    <a:lnTo>
                      <a:pt x="11043" y="7565"/>
                    </a:lnTo>
                    <a:lnTo>
                      <a:pt x="21600" y="7565"/>
                    </a:lnTo>
                    <a:lnTo>
                      <a:pt x="21600" y="21600"/>
                    </a:lnTo>
                    <a:lnTo>
                      <a:pt x="0" y="21600"/>
                    </a:lnTo>
                    <a:close/>
                  </a:path>
                </a:pathLst>
              </a:custGeom>
              <a:solidFill>
                <a:schemeClr val="accent5"/>
              </a:solidFill>
              <a:ln cap="flat" cmpd="sng" w="12700">
                <a:solidFill>
                  <a:schemeClr val="accent5"/>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None/>
                </a:pPr>
                <a:r>
                  <a:t/>
                </a:r>
                <a:endParaRPr b="0" i="0" sz="3200" u="none" cap="none" strike="noStrike">
                  <a:solidFill>
                    <a:srgbClr val="FFFFFF"/>
                  </a:solidFill>
                  <a:latin typeface="Calibri"/>
                  <a:ea typeface="Calibri"/>
                  <a:cs typeface="Calibri"/>
                  <a:sym typeface="Calibri"/>
                </a:endParaRPr>
              </a:p>
            </p:txBody>
          </p:sp>
          <p:sp>
            <p:nvSpPr>
              <p:cNvPr id="115" name="Google Shape;115;p7"/>
              <p:cNvSpPr txBox="1"/>
              <p:nvPr/>
            </p:nvSpPr>
            <p:spPr>
              <a:xfrm>
                <a:off x="0" y="23984"/>
                <a:ext cx="1971378" cy="529151"/>
              </a:xfrm>
              <a:prstGeom prst="rect">
                <a:avLst/>
              </a:prstGeom>
              <a:noFill/>
              <a:ln>
                <a:noFill/>
              </a:ln>
            </p:spPr>
            <p:txBody>
              <a:bodyPr anchorCtr="0" anchor="ctr" bIns="140200" lIns="140200" spcFirstLastPara="1" rIns="140200" wrap="square" tIns="140200">
                <a:spAutoFit/>
              </a:bodyPr>
              <a:lstStyle/>
              <a:p>
                <a:pPr indent="0" lvl="0" marL="0" marR="0" rtl="0" algn="ctr">
                  <a:lnSpc>
                    <a:spcPct val="90000"/>
                  </a:lnSpc>
                  <a:spcBef>
                    <a:spcPts val="0"/>
                  </a:spcBef>
                  <a:spcAft>
                    <a:spcPts val="0"/>
                  </a:spcAft>
                  <a:buNone/>
                </a:pPr>
                <a:r>
                  <a:rPr b="0" i="0" lang="en-US" sz="2000" u="none" cap="none" strike="noStrike">
                    <a:solidFill>
                      <a:srgbClr val="FFFFFF"/>
                    </a:solidFill>
                    <a:latin typeface="Calibri"/>
                    <a:ea typeface="Calibri"/>
                    <a:cs typeface="Calibri"/>
                    <a:sym typeface="Calibri"/>
                  </a:rPr>
                  <a:t>Step 3</a:t>
                </a:r>
                <a:endParaRPr/>
              </a:p>
            </p:txBody>
          </p:sp>
        </p:grpSp>
        <p:grpSp>
          <p:nvGrpSpPr>
            <p:cNvPr id="116" name="Google Shape;116;p7"/>
            <p:cNvGrpSpPr/>
            <p:nvPr/>
          </p:nvGrpSpPr>
          <p:grpSpPr>
            <a:xfrm>
              <a:off x="1971375" y="2053818"/>
              <a:ext cx="5914135" cy="577121"/>
              <a:chOff x="-1" y="0"/>
              <a:chExt cx="5914133" cy="577119"/>
            </a:xfrm>
          </p:grpSpPr>
          <p:sp>
            <p:nvSpPr>
              <p:cNvPr id="117" name="Google Shape;117;p7"/>
              <p:cNvSpPr/>
              <p:nvPr/>
            </p:nvSpPr>
            <p:spPr>
              <a:xfrm>
                <a:off x="-1" y="0"/>
                <a:ext cx="5914133" cy="577119"/>
              </a:xfrm>
              <a:prstGeom prst="rect">
                <a:avLst/>
              </a:prstGeom>
              <a:solidFill>
                <a:srgbClr val="D0DEEF">
                  <a:alpha val="90196"/>
                </a:srgbClr>
              </a:solidFill>
              <a:ln cap="flat" cmpd="sng" w="12700">
                <a:solidFill>
                  <a:srgbClr val="D0DEEF">
                    <a:alpha val="90196"/>
                  </a:srgbClr>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118" name="Google Shape;118;p7"/>
              <p:cNvSpPr txBox="1"/>
              <p:nvPr/>
            </p:nvSpPr>
            <p:spPr>
              <a:xfrm>
                <a:off x="0" y="42836"/>
                <a:ext cx="5914131" cy="491448"/>
              </a:xfrm>
              <a:prstGeom prst="rect">
                <a:avLst/>
              </a:prstGeom>
              <a:noFill/>
              <a:ln>
                <a:noFill/>
              </a:ln>
            </p:spPr>
            <p:txBody>
              <a:bodyPr anchorCtr="0" anchor="ctr" bIns="119950" lIns="119950" spcFirstLastPara="1" rIns="119950" wrap="square" tIns="119950">
                <a:spAutoFit/>
              </a:bodyPr>
              <a:lstStyle/>
              <a:p>
                <a:pPr indent="0" lvl="0" marL="0" marR="0" rtl="0" algn="l">
                  <a:lnSpc>
                    <a:spcPct val="90000"/>
                  </a:lnSpc>
                  <a:spcBef>
                    <a:spcPts val="0"/>
                  </a:spcBef>
                  <a:spcAft>
                    <a:spcPts val="0"/>
                  </a:spcAft>
                  <a:buNone/>
                </a:pPr>
                <a:r>
                  <a:rPr b="0" i="0" lang="en-US" sz="1800" u="none" cap="none" strike="noStrike">
                    <a:solidFill>
                      <a:srgbClr val="000000"/>
                    </a:solidFill>
                    <a:latin typeface="Calibri"/>
                    <a:ea typeface="Calibri"/>
                    <a:cs typeface="Calibri"/>
                    <a:sym typeface="Calibri"/>
                  </a:rPr>
                  <a:t>Use filters to extract important features out of the images.</a:t>
                </a:r>
                <a:endParaRPr/>
              </a:p>
            </p:txBody>
          </p:sp>
        </p:grpSp>
        <p:grpSp>
          <p:nvGrpSpPr>
            <p:cNvPr id="119" name="Google Shape;119;p7"/>
            <p:cNvGrpSpPr/>
            <p:nvPr/>
          </p:nvGrpSpPr>
          <p:grpSpPr>
            <a:xfrm>
              <a:off x="0" y="1174453"/>
              <a:ext cx="1971774" cy="888775"/>
              <a:chOff x="0" y="-148"/>
              <a:chExt cx="1971772" cy="888774"/>
            </a:xfrm>
          </p:grpSpPr>
          <p:sp>
            <p:nvSpPr>
              <p:cNvPr id="120" name="Google Shape;120;p7"/>
              <p:cNvSpPr/>
              <p:nvPr/>
            </p:nvSpPr>
            <p:spPr>
              <a:xfrm rot="10800000">
                <a:off x="0" y="-148"/>
                <a:ext cx="1971772" cy="888774"/>
              </a:xfrm>
              <a:custGeom>
                <a:rect b="b" l="l" r="r" t="t"/>
                <a:pathLst>
                  <a:path extrusionOk="0" h="21600" w="21600">
                    <a:moveTo>
                      <a:pt x="0" y="7565"/>
                    </a:moveTo>
                    <a:lnTo>
                      <a:pt x="10557" y="7565"/>
                    </a:lnTo>
                    <a:lnTo>
                      <a:pt x="10557" y="3240"/>
                    </a:lnTo>
                    <a:lnTo>
                      <a:pt x="9827" y="3240"/>
                    </a:lnTo>
                    <a:lnTo>
                      <a:pt x="10800" y="0"/>
                    </a:lnTo>
                    <a:lnTo>
                      <a:pt x="11773" y="3240"/>
                    </a:lnTo>
                    <a:lnTo>
                      <a:pt x="11043" y="3240"/>
                    </a:lnTo>
                    <a:lnTo>
                      <a:pt x="11043" y="7565"/>
                    </a:lnTo>
                    <a:lnTo>
                      <a:pt x="21600" y="7565"/>
                    </a:lnTo>
                    <a:lnTo>
                      <a:pt x="21600" y="21600"/>
                    </a:lnTo>
                    <a:lnTo>
                      <a:pt x="0" y="21600"/>
                    </a:lnTo>
                    <a:close/>
                  </a:path>
                </a:pathLst>
              </a:custGeom>
              <a:solidFill>
                <a:schemeClr val="accent6"/>
              </a:solidFill>
              <a:ln cap="flat" cmpd="sng" w="12700">
                <a:solidFill>
                  <a:schemeClr val="accent6"/>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ctr">
                  <a:lnSpc>
                    <a:spcPct val="90000"/>
                  </a:lnSpc>
                  <a:spcBef>
                    <a:spcPts val="0"/>
                  </a:spcBef>
                  <a:spcAft>
                    <a:spcPts val="0"/>
                  </a:spcAft>
                  <a:buNone/>
                </a:pPr>
                <a:r>
                  <a:t/>
                </a:r>
                <a:endParaRPr b="0" i="0" sz="3200" u="none" cap="none" strike="noStrike">
                  <a:solidFill>
                    <a:srgbClr val="FFFFFF"/>
                  </a:solidFill>
                  <a:latin typeface="Calibri"/>
                  <a:ea typeface="Calibri"/>
                  <a:cs typeface="Calibri"/>
                  <a:sym typeface="Calibri"/>
                </a:endParaRPr>
              </a:p>
            </p:txBody>
          </p:sp>
          <p:sp>
            <p:nvSpPr>
              <p:cNvPr id="121" name="Google Shape;121;p7"/>
              <p:cNvSpPr txBox="1"/>
              <p:nvPr/>
            </p:nvSpPr>
            <p:spPr>
              <a:xfrm>
                <a:off x="0" y="23984"/>
                <a:ext cx="1971378" cy="529151"/>
              </a:xfrm>
              <a:prstGeom prst="rect">
                <a:avLst/>
              </a:prstGeom>
              <a:noFill/>
              <a:ln>
                <a:noFill/>
              </a:ln>
            </p:spPr>
            <p:txBody>
              <a:bodyPr anchorCtr="0" anchor="ctr" bIns="140200" lIns="140200" spcFirstLastPara="1" rIns="140200" wrap="square" tIns="140200">
                <a:spAutoFit/>
              </a:bodyPr>
              <a:lstStyle/>
              <a:p>
                <a:pPr indent="0" lvl="0" marL="0" marR="0" rtl="0" algn="ctr">
                  <a:lnSpc>
                    <a:spcPct val="90000"/>
                  </a:lnSpc>
                  <a:spcBef>
                    <a:spcPts val="0"/>
                  </a:spcBef>
                  <a:spcAft>
                    <a:spcPts val="0"/>
                  </a:spcAft>
                  <a:buNone/>
                </a:pPr>
                <a:r>
                  <a:rPr b="0" i="0" lang="en-US" sz="2000" u="none" cap="none" strike="noStrike">
                    <a:solidFill>
                      <a:srgbClr val="FFFFFF"/>
                    </a:solidFill>
                    <a:latin typeface="Calibri"/>
                    <a:ea typeface="Calibri"/>
                    <a:cs typeface="Calibri"/>
                    <a:sym typeface="Calibri"/>
                  </a:rPr>
                  <a:t>Step 2</a:t>
                </a:r>
                <a:endParaRPr/>
              </a:p>
            </p:txBody>
          </p:sp>
        </p:grpSp>
        <p:grpSp>
          <p:nvGrpSpPr>
            <p:cNvPr id="122" name="Google Shape;122;p7"/>
            <p:cNvGrpSpPr/>
            <p:nvPr/>
          </p:nvGrpSpPr>
          <p:grpSpPr>
            <a:xfrm>
              <a:off x="1971376" y="1092820"/>
              <a:ext cx="5914135" cy="740685"/>
              <a:chOff x="0" y="4418"/>
              <a:chExt cx="5914133" cy="740682"/>
            </a:xfrm>
          </p:grpSpPr>
          <p:sp>
            <p:nvSpPr>
              <p:cNvPr id="123" name="Google Shape;123;p7"/>
              <p:cNvSpPr/>
              <p:nvPr/>
            </p:nvSpPr>
            <p:spPr>
              <a:xfrm>
                <a:off x="0" y="86198"/>
                <a:ext cx="5914132" cy="577120"/>
              </a:xfrm>
              <a:prstGeom prst="rect">
                <a:avLst/>
              </a:prstGeom>
              <a:solidFill>
                <a:srgbClr val="D4E2CE">
                  <a:alpha val="90196"/>
                </a:srgbClr>
              </a:solidFill>
              <a:ln cap="flat" cmpd="sng" w="12700">
                <a:solidFill>
                  <a:srgbClr val="D4E2CE">
                    <a:alpha val="90196"/>
                  </a:srgbClr>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t/>
                </a:r>
                <a:endParaRPr b="0" i="0" sz="1800" u="none" cap="none" strike="noStrike">
                  <a:solidFill>
                    <a:srgbClr val="000000"/>
                  </a:solidFill>
                  <a:latin typeface="Calibri"/>
                  <a:ea typeface="Calibri"/>
                  <a:cs typeface="Calibri"/>
                  <a:sym typeface="Calibri"/>
                </a:endParaRPr>
              </a:p>
            </p:txBody>
          </p:sp>
          <p:sp>
            <p:nvSpPr>
              <p:cNvPr id="124" name="Google Shape;124;p7"/>
              <p:cNvSpPr txBox="1"/>
              <p:nvPr/>
            </p:nvSpPr>
            <p:spPr>
              <a:xfrm>
                <a:off x="1" y="4418"/>
                <a:ext cx="5914132" cy="740682"/>
              </a:xfrm>
              <a:prstGeom prst="rect">
                <a:avLst/>
              </a:prstGeom>
              <a:noFill/>
              <a:ln>
                <a:noFill/>
              </a:ln>
            </p:spPr>
            <p:txBody>
              <a:bodyPr anchorCtr="0" anchor="ctr" bIns="119950" lIns="119950" spcFirstLastPara="1" rIns="119950" wrap="square" tIns="119950">
                <a:spAutoFit/>
              </a:bodyPr>
              <a:lstStyle/>
              <a:p>
                <a:pPr indent="0" lvl="0" marL="0" marR="0" rtl="0" algn="l">
                  <a:lnSpc>
                    <a:spcPct val="90000"/>
                  </a:lnSpc>
                  <a:spcBef>
                    <a:spcPts val="0"/>
                  </a:spcBef>
                  <a:spcAft>
                    <a:spcPts val="0"/>
                  </a:spcAft>
                  <a:buNone/>
                </a:pPr>
                <a:r>
                  <a:rPr b="0" i="0" lang="en-US" sz="1800" u="none" cap="none" strike="noStrike">
                    <a:solidFill>
                      <a:srgbClr val="000000"/>
                    </a:solidFill>
                    <a:latin typeface="Calibri"/>
                    <a:ea typeface="Calibri"/>
                    <a:cs typeface="Calibri"/>
                    <a:sym typeface="Calibri"/>
                  </a:rPr>
                  <a:t>Pad the images by adding  pixels around each image in order for the image to retain its size during filtering.</a:t>
                </a:r>
                <a:endParaRPr b="0" i="0" sz="1800" u="none" cap="none" strike="noStrike">
                  <a:solidFill>
                    <a:srgbClr val="000000"/>
                  </a:solidFill>
                  <a:latin typeface="Calibri"/>
                  <a:ea typeface="Calibri"/>
                  <a:cs typeface="Calibri"/>
                  <a:sym typeface="Calibri"/>
                </a:endParaRPr>
              </a:p>
            </p:txBody>
          </p:sp>
        </p:grpSp>
        <p:grpSp>
          <p:nvGrpSpPr>
            <p:cNvPr id="125" name="Google Shape;125;p7"/>
            <p:cNvGrpSpPr/>
            <p:nvPr/>
          </p:nvGrpSpPr>
          <p:grpSpPr>
            <a:xfrm>
              <a:off x="0" y="295384"/>
              <a:ext cx="1971380" cy="887877"/>
              <a:chOff x="0" y="-1"/>
              <a:chExt cx="1971378" cy="887876"/>
            </a:xfrm>
          </p:grpSpPr>
          <p:sp>
            <p:nvSpPr>
              <p:cNvPr id="126" name="Google Shape;126;p7"/>
              <p:cNvSpPr/>
              <p:nvPr/>
            </p:nvSpPr>
            <p:spPr>
              <a:xfrm rot="10800000">
                <a:off x="0" y="-1"/>
                <a:ext cx="1971378" cy="887876"/>
              </a:xfrm>
              <a:custGeom>
                <a:rect b="b" l="l" r="r" t="t"/>
                <a:pathLst>
                  <a:path extrusionOk="0" h="21600" w="21600">
                    <a:moveTo>
                      <a:pt x="0" y="7565"/>
                    </a:moveTo>
                    <a:lnTo>
                      <a:pt x="10557" y="7565"/>
                    </a:lnTo>
                    <a:lnTo>
                      <a:pt x="10557" y="3240"/>
                    </a:lnTo>
                    <a:lnTo>
                      <a:pt x="9827" y="3240"/>
                    </a:lnTo>
                    <a:lnTo>
                      <a:pt x="10800" y="0"/>
                    </a:lnTo>
                    <a:lnTo>
                      <a:pt x="11773" y="3240"/>
                    </a:lnTo>
                    <a:lnTo>
                      <a:pt x="11043" y="3240"/>
                    </a:lnTo>
                    <a:lnTo>
                      <a:pt x="11043" y="7565"/>
                    </a:lnTo>
                    <a:lnTo>
                      <a:pt x="21600" y="7565"/>
                    </a:lnTo>
                    <a:lnTo>
                      <a:pt x="21600" y="21600"/>
                    </a:lnTo>
                    <a:lnTo>
                      <a:pt x="0" y="21600"/>
                    </a:lnTo>
                    <a:lnTo>
                      <a:pt x="0" y="7565"/>
                    </a:lnTo>
                    <a:close/>
                  </a:path>
                </a:pathLst>
              </a:custGeom>
              <a:solidFill>
                <a:schemeClr val="accent2"/>
              </a:solidFill>
              <a:ln cap="flat" cmpd="sng" w="12700">
                <a:solidFill>
                  <a:schemeClr val="accent2"/>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l">
                  <a:spcBef>
                    <a:spcPts val="0"/>
                  </a:spcBef>
                  <a:spcAft>
                    <a:spcPts val="0"/>
                  </a:spcAft>
                  <a:buNone/>
                </a:pPr>
                <a:r>
                  <a:t/>
                </a:r>
                <a:endParaRPr sz="1300">
                  <a:solidFill>
                    <a:srgbClr val="000000"/>
                  </a:solidFill>
                  <a:latin typeface="Calibri"/>
                  <a:ea typeface="Calibri"/>
                  <a:cs typeface="Calibri"/>
                  <a:sym typeface="Calibri"/>
                </a:endParaRPr>
              </a:p>
            </p:txBody>
          </p:sp>
          <p:sp>
            <p:nvSpPr>
              <p:cNvPr id="127" name="Google Shape;127;p7"/>
              <p:cNvSpPr txBox="1"/>
              <p:nvPr/>
            </p:nvSpPr>
            <p:spPr>
              <a:xfrm>
                <a:off x="0" y="23984"/>
                <a:ext cx="1971378" cy="529151"/>
              </a:xfrm>
              <a:prstGeom prst="rect">
                <a:avLst/>
              </a:prstGeom>
              <a:noFill/>
              <a:ln>
                <a:noFill/>
              </a:ln>
            </p:spPr>
            <p:txBody>
              <a:bodyPr anchorCtr="0" anchor="ctr" bIns="140200" lIns="140200" spcFirstLastPara="1" rIns="140200" wrap="square" tIns="140200">
                <a:spAutoFit/>
              </a:bodyPr>
              <a:lstStyle/>
              <a:p>
                <a:pPr indent="0" lvl="0" marL="0" marR="0" rtl="0" algn="ctr">
                  <a:lnSpc>
                    <a:spcPct val="90000"/>
                  </a:lnSpc>
                  <a:spcBef>
                    <a:spcPts val="0"/>
                  </a:spcBef>
                  <a:spcAft>
                    <a:spcPts val="0"/>
                  </a:spcAft>
                  <a:buNone/>
                </a:pPr>
                <a:r>
                  <a:rPr b="0" lang="en-US" sz="2000" u="none">
                    <a:solidFill>
                      <a:srgbClr val="FFFFFF"/>
                    </a:solidFill>
                    <a:latin typeface="Calibri"/>
                    <a:ea typeface="Calibri"/>
                    <a:cs typeface="Calibri"/>
                    <a:sym typeface="Calibri"/>
                  </a:rPr>
                  <a:t>Step 1</a:t>
                </a:r>
                <a:endParaRPr/>
              </a:p>
            </p:txBody>
          </p:sp>
        </p:grpSp>
        <p:grpSp>
          <p:nvGrpSpPr>
            <p:cNvPr id="128" name="Google Shape;128;p7"/>
            <p:cNvGrpSpPr/>
            <p:nvPr/>
          </p:nvGrpSpPr>
          <p:grpSpPr>
            <a:xfrm>
              <a:off x="1971376" y="227449"/>
              <a:ext cx="6087178" cy="712993"/>
              <a:chOff x="0" y="227449"/>
              <a:chExt cx="6087176" cy="712992"/>
            </a:xfrm>
          </p:grpSpPr>
          <p:sp>
            <p:nvSpPr>
              <p:cNvPr id="129" name="Google Shape;129;p7"/>
              <p:cNvSpPr/>
              <p:nvPr/>
            </p:nvSpPr>
            <p:spPr>
              <a:xfrm>
                <a:off x="0" y="295385"/>
                <a:ext cx="5914132" cy="577120"/>
              </a:xfrm>
              <a:prstGeom prst="rect">
                <a:avLst/>
              </a:prstGeom>
              <a:solidFill>
                <a:srgbClr val="F8D6CC">
                  <a:alpha val="90196"/>
                </a:srgbClr>
              </a:solidFill>
              <a:ln cap="flat" cmpd="sng" w="12700">
                <a:solidFill>
                  <a:srgbClr val="F8D6CC">
                    <a:alpha val="90196"/>
                  </a:srgbClr>
                </a:solidFill>
                <a:prstDash val="solid"/>
                <a:miter lim="800000"/>
                <a:headEnd len="sm" w="sm" type="none"/>
                <a:tailEnd len="sm" w="sm" type="none"/>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t/>
                </a:r>
                <a:endParaRPr sz="1100">
                  <a:solidFill>
                    <a:srgbClr val="000000"/>
                  </a:solidFill>
                  <a:latin typeface="Calibri"/>
                  <a:ea typeface="Calibri"/>
                  <a:cs typeface="Calibri"/>
                  <a:sym typeface="Calibri"/>
                </a:endParaRPr>
              </a:p>
            </p:txBody>
          </p:sp>
          <p:sp>
            <p:nvSpPr>
              <p:cNvPr id="130" name="Google Shape;130;p7"/>
              <p:cNvSpPr txBox="1"/>
              <p:nvPr/>
            </p:nvSpPr>
            <p:spPr>
              <a:xfrm>
                <a:off x="0" y="227449"/>
                <a:ext cx="6087176" cy="712992"/>
              </a:xfrm>
              <a:prstGeom prst="rect">
                <a:avLst/>
              </a:prstGeom>
              <a:noFill/>
              <a:ln>
                <a:noFill/>
              </a:ln>
            </p:spPr>
            <p:txBody>
              <a:bodyPr anchorCtr="0" anchor="ctr" bIns="119950" lIns="119950" spcFirstLastPara="1" rIns="119950" wrap="square" tIns="119950">
                <a:spAutoFit/>
              </a:bodyPr>
              <a:lstStyle/>
              <a:p>
                <a:pPr indent="0" lvl="0" marL="0" marR="0" rtl="0" algn="l">
                  <a:lnSpc>
                    <a:spcPct val="90000"/>
                  </a:lnSpc>
                  <a:spcBef>
                    <a:spcPts val="0"/>
                  </a:spcBef>
                  <a:spcAft>
                    <a:spcPts val="0"/>
                  </a:spcAft>
                  <a:buNone/>
                </a:pPr>
                <a:r>
                  <a:rPr b="0" lang="en-US" sz="1700" u="none">
                    <a:solidFill>
                      <a:srgbClr val="000000"/>
                    </a:solidFill>
                    <a:latin typeface="Calibri"/>
                    <a:ea typeface="Calibri"/>
                    <a:cs typeface="Calibri"/>
                    <a:sym typeface="Calibri"/>
                  </a:rPr>
                  <a:t>Preprocess images before the Input layer by converting them to the format of the dataset, which is grayscale 28x28 pixels.</a:t>
                </a:r>
                <a:endParaRPr b="0" sz="1700" u="none">
                  <a:solidFill>
                    <a:srgbClr val="000000"/>
                  </a:solidFill>
                  <a:latin typeface="Calibri"/>
                  <a:ea typeface="Calibri"/>
                  <a:cs typeface="Calibri"/>
                  <a:sym typeface="Calibri"/>
                </a:endParaRPr>
              </a:p>
            </p:txBody>
          </p:sp>
        </p:grpSp>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8"/>
          <p:cNvSpPr txBox="1"/>
          <p:nvPr>
            <p:ph idx="1" type="body"/>
          </p:nvPr>
        </p:nvSpPr>
        <p:spPr>
          <a:xfrm>
            <a:off x="152400" y="1066800"/>
            <a:ext cx="8763000" cy="5556250"/>
          </a:xfrm>
          <a:prstGeom prst="rect">
            <a:avLst/>
          </a:prstGeom>
          <a:noFill/>
          <a:ln>
            <a:noFill/>
          </a:ln>
        </p:spPr>
        <p:txBody>
          <a:bodyPr anchorCtr="0" anchor="t" bIns="45700" lIns="45700" spcFirstLastPara="1" rIns="45700" wrap="square" tIns="45700">
            <a:normAutofit lnSpcReduction="20000"/>
          </a:bodyPr>
          <a:lstStyle/>
          <a:p>
            <a:pPr indent="0" lvl="0" marL="0" rtl="0" algn="just">
              <a:lnSpc>
                <a:spcPct val="72000"/>
              </a:lnSpc>
              <a:spcBef>
                <a:spcPts val="0"/>
              </a:spcBef>
              <a:spcAft>
                <a:spcPts val="0"/>
              </a:spcAft>
              <a:buClr>
                <a:srgbClr val="000000"/>
              </a:buClr>
              <a:buSzPts val="1900"/>
              <a:buFont typeface="Arial"/>
              <a:buNone/>
            </a:pPr>
            <a:r>
              <a:rPr lang="en-US" sz="1900"/>
              <a:t>We studied the datasets that were used in the papers that we studied in the Literature Review. Below are the papers and the corresponding datasets used in each paper:</a:t>
            </a:r>
            <a:endParaRPr/>
          </a:p>
          <a:p>
            <a:pPr indent="0" lvl="0" marL="0" rtl="0" algn="just">
              <a:lnSpc>
                <a:spcPct val="72000"/>
              </a:lnSpc>
              <a:spcBef>
                <a:spcPts val="800"/>
              </a:spcBef>
              <a:spcAft>
                <a:spcPts val="0"/>
              </a:spcAft>
              <a:buClr>
                <a:srgbClr val="000000"/>
              </a:buClr>
              <a:buSzPts val="1900"/>
              <a:buFont typeface="Arial"/>
              <a:buNone/>
            </a:pPr>
            <a:r>
              <a:t/>
            </a:r>
            <a:endParaRPr sz="1900"/>
          </a:p>
          <a:p>
            <a:pPr indent="0" lvl="0" marL="0" rtl="0" algn="just">
              <a:lnSpc>
                <a:spcPct val="72000"/>
              </a:lnSpc>
              <a:spcBef>
                <a:spcPts val="800"/>
              </a:spcBef>
              <a:spcAft>
                <a:spcPts val="0"/>
              </a:spcAft>
              <a:buClr>
                <a:srgbClr val="000000"/>
              </a:buClr>
              <a:buSzPts val="1900"/>
              <a:buFont typeface="Arial"/>
              <a:buNone/>
            </a:pPr>
            <a:r>
              <a:rPr b="1" lang="en-US" sz="1900"/>
              <a:t>Paper: </a:t>
            </a:r>
            <a:r>
              <a:rPr lang="en-US" sz="1900"/>
              <a:t>“Comparative Evaluation and Utilization of Convolutional Neural Network Architectures for Irish Sign Language Recognition” (Muhammad et al., 2025) </a:t>
            </a:r>
            <a:endParaRPr sz="1900"/>
          </a:p>
          <a:p>
            <a:pPr indent="0" lvl="0" marL="0" rtl="0" algn="just">
              <a:lnSpc>
                <a:spcPct val="72000"/>
              </a:lnSpc>
              <a:spcBef>
                <a:spcPts val="800"/>
              </a:spcBef>
              <a:spcAft>
                <a:spcPts val="0"/>
              </a:spcAft>
              <a:buClr>
                <a:srgbClr val="000000"/>
              </a:buClr>
              <a:buSzPts val="1900"/>
              <a:buFont typeface="Arial"/>
              <a:buNone/>
            </a:pPr>
            <a:r>
              <a:rPr b="1" lang="en-US" sz="1900"/>
              <a:t>Dataset: </a:t>
            </a:r>
            <a:r>
              <a:rPr lang="en-US" sz="1900"/>
              <a:t>Marlon Oliveira's et al. Irish Sign Language hand-shape dataset (ISL-HS) (Oliveira et al., 2017)</a:t>
            </a:r>
            <a:endParaRPr sz="1900"/>
          </a:p>
          <a:p>
            <a:pPr indent="557008" lvl="1" marL="0" rtl="0" algn="just">
              <a:lnSpc>
                <a:spcPct val="72000"/>
              </a:lnSpc>
              <a:spcBef>
                <a:spcPts val="800"/>
              </a:spcBef>
              <a:spcAft>
                <a:spcPts val="0"/>
              </a:spcAft>
              <a:buClr>
                <a:srgbClr val="000000"/>
              </a:buClr>
              <a:buSzPts val="1100"/>
              <a:buFont typeface="Arial"/>
              <a:buNone/>
            </a:pPr>
            <a:r>
              <a:t/>
            </a:r>
            <a:endParaRPr sz="1100"/>
          </a:p>
          <a:p>
            <a:pPr indent="0" lvl="0" marL="0" rtl="0" algn="just">
              <a:lnSpc>
                <a:spcPct val="72000"/>
              </a:lnSpc>
              <a:spcBef>
                <a:spcPts val="800"/>
              </a:spcBef>
              <a:spcAft>
                <a:spcPts val="0"/>
              </a:spcAft>
              <a:buClr>
                <a:srgbClr val="000000"/>
              </a:buClr>
              <a:buSzPts val="1900"/>
              <a:buFont typeface="Arial"/>
              <a:buNone/>
            </a:pPr>
            <a:r>
              <a:rPr b="1" lang="en-US" sz="1900"/>
              <a:t>Paper: </a:t>
            </a:r>
            <a:r>
              <a:rPr lang="en-US" sz="1900"/>
              <a:t>“A Critical Study of Recent Deep Learning-Based Continuous Sign Language Recognition” (Taher et al., 2025)</a:t>
            </a:r>
            <a:endParaRPr sz="1900"/>
          </a:p>
          <a:p>
            <a:pPr indent="0" lvl="0" marL="0" rtl="0" algn="just">
              <a:lnSpc>
                <a:spcPct val="72000"/>
              </a:lnSpc>
              <a:spcBef>
                <a:spcPts val="800"/>
              </a:spcBef>
              <a:spcAft>
                <a:spcPts val="0"/>
              </a:spcAft>
              <a:buClr>
                <a:srgbClr val="000000"/>
              </a:buClr>
              <a:buSzPts val="1900"/>
              <a:buFont typeface="Arial"/>
              <a:buNone/>
            </a:pPr>
            <a:r>
              <a:rPr b="1" lang="en-US" sz="1900"/>
              <a:t>Dataset: </a:t>
            </a:r>
            <a:r>
              <a:rPr lang="en-US" sz="1900"/>
              <a:t>Publicly accessible CSLR benchmark datasets eg. RVL-SLLL (Martínez et al., 2002)</a:t>
            </a:r>
            <a:endParaRPr sz="1900"/>
          </a:p>
          <a:p>
            <a:pPr indent="557008" lvl="1" marL="0" rtl="0" algn="just">
              <a:lnSpc>
                <a:spcPct val="72000"/>
              </a:lnSpc>
              <a:spcBef>
                <a:spcPts val="800"/>
              </a:spcBef>
              <a:spcAft>
                <a:spcPts val="0"/>
              </a:spcAft>
              <a:buClr>
                <a:srgbClr val="000000"/>
              </a:buClr>
              <a:buSzPts val="1900"/>
              <a:buFont typeface="Arial"/>
              <a:buNone/>
            </a:pPr>
            <a:r>
              <a:rPr lang="en-US" sz="1900"/>
              <a:t> </a:t>
            </a:r>
            <a:endParaRPr sz="1900"/>
          </a:p>
          <a:p>
            <a:pPr indent="0" lvl="0" marL="0" rtl="0" algn="just">
              <a:lnSpc>
                <a:spcPct val="72000"/>
              </a:lnSpc>
              <a:spcBef>
                <a:spcPts val="800"/>
              </a:spcBef>
              <a:spcAft>
                <a:spcPts val="0"/>
              </a:spcAft>
              <a:buClr>
                <a:srgbClr val="000000"/>
              </a:buClr>
              <a:buSzPts val="1900"/>
              <a:buFont typeface="Arial"/>
              <a:buNone/>
            </a:pPr>
            <a:r>
              <a:rPr b="1" lang="en-US" sz="1900"/>
              <a:t>Paper: </a:t>
            </a:r>
            <a:r>
              <a:rPr lang="en-US" sz="1900"/>
              <a:t>“Recent Advances on Deep Learning for Sign Language Recognition” (Zhang et al., 2024)</a:t>
            </a:r>
            <a:endParaRPr sz="1900"/>
          </a:p>
          <a:p>
            <a:pPr indent="0" lvl="0" marL="0" rtl="0" algn="just">
              <a:lnSpc>
                <a:spcPct val="72000"/>
              </a:lnSpc>
              <a:spcBef>
                <a:spcPts val="800"/>
              </a:spcBef>
              <a:spcAft>
                <a:spcPts val="0"/>
              </a:spcAft>
              <a:buClr>
                <a:srgbClr val="000000"/>
              </a:buClr>
              <a:buSzPts val="1900"/>
              <a:buNone/>
            </a:pPr>
            <a:r>
              <a:rPr b="1" lang="en-US" sz="1900"/>
              <a:t>Datasets: </a:t>
            </a:r>
            <a:endParaRPr/>
          </a:p>
          <a:p>
            <a:pPr indent="-274193" lvl="1" marL="722313" rtl="0" algn="just">
              <a:lnSpc>
                <a:spcPct val="72000"/>
              </a:lnSpc>
              <a:spcBef>
                <a:spcPts val="800"/>
              </a:spcBef>
              <a:spcAft>
                <a:spcPts val="0"/>
              </a:spcAft>
              <a:buClr>
                <a:srgbClr val="000000"/>
              </a:buClr>
              <a:buSzPts val="1900"/>
              <a:buChar char="•"/>
            </a:pPr>
            <a:r>
              <a:rPr lang="en-US" sz="1900"/>
              <a:t>Oscar, K. (2019). Papers with code—MS-ASL dataset. </a:t>
            </a:r>
            <a:endParaRPr sz="1900"/>
          </a:p>
          <a:p>
            <a:pPr indent="-274193" lvl="1" marL="722313" rtl="0" algn="just">
              <a:lnSpc>
                <a:spcPct val="72000"/>
              </a:lnSpc>
              <a:spcBef>
                <a:spcPts val="800"/>
              </a:spcBef>
              <a:spcAft>
                <a:spcPts val="0"/>
              </a:spcAft>
              <a:buClr>
                <a:srgbClr val="000000"/>
              </a:buClr>
              <a:buSzPts val="1900"/>
              <a:buChar char="•"/>
            </a:pPr>
            <a:r>
              <a:rPr lang="en-US" sz="1900"/>
              <a:t>Sridhar, A., Ganesan, R. G., Kumar, P., Khapra, M. (2020). INCLUDE: A Large Scale Dataset for Indian Sign Language Recognition.</a:t>
            </a:r>
            <a:endParaRPr/>
          </a:p>
          <a:p>
            <a:pPr indent="-274193" lvl="1" marL="722313" rtl="0" algn="just">
              <a:lnSpc>
                <a:spcPct val="72000"/>
              </a:lnSpc>
              <a:spcBef>
                <a:spcPts val="800"/>
              </a:spcBef>
              <a:spcAft>
                <a:spcPts val="0"/>
              </a:spcAft>
              <a:buClr>
                <a:srgbClr val="000000"/>
              </a:buClr>
              <a:buSzPts val="1900"/>
              <a:buChar char="•"/>
            </a:pPr>
            <a:r>
              <a:rPr lang="en-US" sz="1900"/>
              <a:t>Dongxu (2023). WLASL: A large-scale dataset for Word-Level American sign language. </a:t>
            </a:r>
            <a:endParaRPr/>
          </a:p>
          <a:p>
            <a:pPr indent="0" lvl="1" marL="457200" rtl="0" algn="just">
              <a:lnSpc>
                <a:spcPct val="72000"/>
              </a:lnSpc>
              <a:spcBef>
                <a:spcPts val="800"/>
              </a:spcBef>
              <a:spcAft>
                <a:spcPts val="0"/>
              </a:spcAft>
              <a:buClr>
                <a:srgbClr val="000000"/>
              </a:buClr>
              <a:buSzPts val="1900"/>
              <a:buNone/>
            </a:pPr>
            <a:r>
              <a:t/>
            </a:r>
            <a:endParaRPr sz="1900"/>
          </a:p>
          <a:p>
            <a:pPr indent="0" lvl="1" marL="0" rtl="0" algn="just">
              <a:lnSpc>
                <a:spcPct val="72000"/>
              </a:lnSpc>
              <a:spcBef>
                <a:spcPts val="800"/>
              </a:spcBef>
              <a:spcAft>
                <a:spcPts val="0"/>
              </a:spcAft>
              <a:buClr>
                <a:srgbClr val="000000"/>
              </a:buClr>
              <a:buSzPts val="1900"/>
              <a:buNone/>
            </a:pPr>
            <a:r>
              <a:rPr lang="en-US" sz="1900"/>
              <a:t>For our model we utilize the MNIST Sign Language Dataset [1]. It contains rich data of 28 x 28 images of grayscale ASL alphabet signs. The training set contains 27,455 images and labels and the testing set contains 7,172 images and labels. </a:t>
            </a:r>
            <a:endParaRPr/>
          </a:p>
          <a:p>
            <a:pPr indent="557008" lvl="1" marL="0" rtl="0" algn="just">
              <a:lnSpc>
                <a:spcPct val="72000"/>
              </a:lnSpc>
              <a:spcBef>
                <a:spcPts val="800"/>
              </a:spcBef>
              <a:spcAft>
                <a:spcPts val="0"/>
              </a:spcAft>
              <a:buClr>
                <a:srgbClr val="000000"/>
              </a:buClr>
              <a:buSzPts val="1720"/>
              <a:buFont typeface="Arial"/>
              <a:buNone/>
            </a:pPr>
            <a:r>
              <a:t/>
            </a:r>
            <a:endParaRPr sz="1720"/>
          </a:p>
        </p:txBody>
      </p:sp>
      <p:sp>
        <p:nvSpPr>
          <p:cNvPr id="136" name="Google Shape;136;p8"/>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137" name="Google Shape;137;p8"/>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DATASET EXPLORATION</a:t>
            </a:r>
            <a:endParaRPr b="1" sz="2800">
              <a:solidFill>
                <a:srgbClr val="FFFFFF"/>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9"/>
          <p:cNvSpPr txBox="1"/>
          <p:nvPr>
            <p:ph idx="1" type="body"/>
          </p:nvPr>
        </p:nvSpPr>
        <p:spPr>
          <a:xfrm>
            <a:off x="152400" y="990601"/>
            <a:ext cx="8915400" cy="4099718"/>
          </a:xfrm>
          <a:prstGeom prst="rect">
            <a:avLst/>
          </a:prstGeom>
          <a:noFill/>
          <a:ln>
            <a:noFill/>
          </a:ln>
        </p:spPr>
        <p:txBody>
          <a:bodyPr anchorCtr="0" anchor="t" bIns="45700" lIns="45700" spcFirstLastPara="1" rIns="45700" wrap="square" tIns="45700">
            <a:noAutofit/>
          </a:bodyPr>
          <a:lstStyle/>
          <a:p>
            <a:pPr indent="-285750" lvl="0" marL="285750" marR="0" rtl="0" algn="just">
              <a:lnSpc>
                <a:spcPct val="90000"/>
              </a:lnSpc>
              <a:spcBef>
                <a:spcPts val="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The input layer to our model contains a number of nodes that correspond to the number of pixels in the input image.</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From the input layer the data feeds into the convolutional layer where feature extraction from the image occurs using padding, filtering, and pooling.</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In our model we used two sets of 3x3 dynamic filters. The first set of 32 filters detects simple features (edges, lines). The second set of 64 filters detects more complex patterns (shapes, curves, letters).</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The result of the filtering is a feature map and the computation itself uses dot multiplication shown by formula (1).</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Then the ReLU activation function described by formula (2) is applied to the feature map in order to add non-linearity to the features learned.</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Then in pooling we use the MaxPooling function that builds a new compressed feature map by selecting a pixel with the largest value inside each area that it slides over.</a:t>
            </a:r>
            <a:endParaRPr b="0" i="0" sz="1800" u="none" cap="none" strike="noStrike">
              <a:solidFill>
                <a:srgbClr val="000000"/>
              </a:solidFill>
              <a:latin typeface="Calibri"/>
              <a:ea typeface="Calibri"/>
              <a:cs typeface="Calibri"/>
              <a:sym typeface="Calibri"/>
            </a:endParaRPr>
          </a:p>
        </p:txBody>
      </p:sp>
      <p:sp>
        <p:nvSpPr>
          <p:cNvPr id="143" name="Google Shape;143;p9"/>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144" name="Google Shape;144;p9"/>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MODEL DESCRIPTION</a:t>
            </a:r>
            <a:endParaRPr b="1" sz="2800">
              <a:solidFill>
                <a:srgbClr val="FFFFFF"/>
              </a:solidFill>
              <a:latin typeface="Calibri"/>
              <a:ea typeface="Calibri"/>
              <a:cs typeface="Calibri"/>
              <a:sym typeface="Calibri"/>
            </a:endParaRPr>
          </a:p>
        </p:txBody>
      </p:sp>
      <p:pic>
        <p:nvPicPr>
          <p:cNvPr descr="Picture 10" id="145" name="Google Shape;145;p9"/>
          <p:cNvPicPr preferRelativeResize="0"/>
          <p:nvPr/>
        </p:nvPicPr>
        <p:blipFill rotWithShape="1">
          <a:blip r:embed="rId3">
            <a:alphaModFix/>
          </a:blip>
          <a:srcRect b="0" l="0" r="0" t="0"/>
          <a:stretch/>
        </p:blipFill>
        <p:spPr>
          <a:xfrm>
            <a:off x="5562600" y="4952996"/>
            <a:ext cx="2490787" cy="1706563"/>
          </a:xfrm>
          <a:prstGeom prst="rect">
            <a:avLst/>
          </a:prstGeom>
          <a:noFill/>
          <a:ln>
            <a:noFill/>
          </a:ln>
        </p:spPr>
      </p:pic>
      <p:pic>
        <p:nvPicPr>
          <p:cNvPr descr="Picture 2" id="146" name="Google Shape;146;p9"/>
          <p:cNvPicPr preferRelativeResize="0"/>
          <p:nvPr/>
        </p:nvPicPr>
        <p:blipFill rotWithShape="1">
          <a:blip r:embed="rId4">
            <a:alphaModFix/>
          </a:blip>
          <a:srcRect b="0" l="0" r="0" t="0"/>
          <a:stretch/>
        </p:blipFill>
        <p:spPr>
          <a:xfrm>
            <a:off x="533400" y="4952996"/>
            <a:ext cx="4495800" cy="1699919"/>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10"/>
          <p:cNvSpPr txBox="1"/>
          <p:nvPr>
            <p:ph idx="1" type="body"/>
          </p:nvPr>
        </p:nvSpPr>
        <p:spPr>
          <a:xfrm>
            <a:off x="38100" y="908935"/>
            <a:ext cx="8915400" cy="5637213"/>
          </a:xfrm>
          <a:prstGeom prst="rect">
            <a:avLst/>
          </a:prstGeom>
          <a:noFill/>
          <a:ln>
            <a:noFill/>
          </a:ln>
        </p:spPr>
        <p:txBody>
          <a:bodyPr anchorCtr="0" anchor="t" bIns="45700" lIns="45700" spcFirstLastPara="1" rIns="45700" wrap="square" tIns="45700">
            <a:noAutofit/>
          </a:bodyPr>
          <a:lstStyle/>
          <a:p>
            <a:pPr indent="-285750" lvl="0" marL="285750" marR="0" rtl="0" algn="just">
              <a:lnSpc>
                <a:spcPct val="90000"/>
              </a:lnSpc>
              <a:spcBef>
                <a:spcPts val="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From the convolutional layer the data is passed to the fully connected layer. </a:t>
            </a:r>
            <a:endParaRPr b="0" i="0" sz="1800" u="none" cap="none" strike="noStrike">
              <a:solidFill>
                <a:srgbClr val="000000"/>
              </a:solidFill>
              <a:latin typeface="Calibri"/>
              <a:ea typeface="Calibri"/>
              <a:cs typeface="Calibri"/>
              <a:sym typeface="Calibri"/>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We use one hidden layer containing 128 neurons that are all connected to every input and every output.</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Each neuron takes the input from the feature map as a vector, computes the result using ReLU activation function described by formula (2), and sends it to every neuron in the output layer. </a:t>
            </a:r>
            <a:endParaRPr b="0" i="0" sz="1800" u="none" cap="none" strike="noStrike">
              <a:solidFill>
                <a:srgbClr val="000000"/>
              </a:solidFill>
              <a:latin typeface="Calibri"/>
              <a:ea typeface="Calibri"/>
              <a:cs typeface="Calibri"/>
              <a:sym typeface="Calibri"/>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The resulting output is a vector obtained using the Softmax activation function described by formula (3).</a:t>
            </a:r>
            <a:endParaRPr b="0" i="0" sz="1800" u="none" cap="none" strike="noStrike">
              <a:solidFill>
                <a:srgbClr val="000000"/>
              </a:solidFill>
              <a:latin typeface="Calibri"/>
              <a:ea typeface="Calibri"/>
              <a:cs typeface="Calibri"/>
              <a:sym typeface="Calibri"/>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The model goes through training that obtains optimal values for weights and biases through backpropagation.</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For efficiency, our model processes input images as batches of 64 at the same time in parallel. </a:t>
            </a:r>
            <a:endParaRPr/>
          </a:p>
          <a:p>
            <a:pPr indent="-285750" lvl="0" marL="285750" marR="0" rtl="0" algn="just">
              <a:lnSpc>
                <a:spcPct val="90000"/>
              </a:lnSpc>
              <a:spcBef>
                <a:spcPts val="1000"/>
              </a:spcBef>
              <a:spcAft>
                <a:spcPts val="0"/>
              </a:spcAft>
              <a:buClr>
                <a:srgbClr val="000000"/>
              </a:buClr>
              <a:buSzPts val="1800"/>
              <a:buFont typeface="Arial"/>
              <a:buChar char="•"/>
            </a:pPr>
            <a:r>
              <a:rPr b="0" i="0" lang="en-US" sz="1800" u="none" cap="none" strike="noStrike">
                <a:solidFill>
                  <a:srgbClr val="000000"/>
                </a:solidFill>
                <a:latin typeface="Calibri"/>
                <a:ea typeface="Calibri"/>
                <a:cs typeface="Calibri"/>
                <a:sym typeface="Calibri"/>
              </a:rPr>
              <a:t>The last part of our model is the evaluation phase that predicts the classes of images in the testing dataset. The predictions are compared to the image labels to calculate the accuracy.</a:t>
            </a:r>
            <a:endParaRPr b="0" i="0" sz="1800" u="none" cap="none" strike="noStrike">
              <a:solidFill>
                <a:srgbClr val="000000"/>
              </a:solidFill>
              <a:latin typeface="Calibri"/>
              <a:ea typeface="Calibri"/>
              <a:cs typeface="Calibri"/>
              <a:sym typeface="Calibri"/>
            </a:endParaRPr>
          </a:p>
        </p:txBody>
      </p:sp>
      <p:sp>
        <p:nvSpPr>
          <p:cNvPr id="152" name="Google Shape;152;p10"/>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153" name="Google Shape;153;p10"/>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MODEL DESCRIPTION (CONT.)</a:t>
            </a:r>
            <a:endParaRPr b="1" sz="2800">
              <a:solidFill>
                <a:srgbClr val="FFFFFF"/>
              </a:solidFill>
              <a:latin typeface="Calibri"/>
              <a:ea typeface="Calibri"/>
              <a:cs typeface="Calibri"/>
              <a:sym typeface="Calibri"/>
            </a:endParaRPr>
          </a:p>
        </p:txBody>
      </p:sp>
      <p:pic>
        <p:nvPicPr>
          <p:cNvPr descr="Neural Networks Backpropagation Made Easy | Towards Data Science" id="154" name="Google Shape;154;p10"/>
          <p:cNvPicPr preferRelativeResize="0"/>
          <p:nvPr/>
        </p:nvPicPr>
        <p:blipFill rotWithShape="1">
          <a:blip r:embed="rId3">
            <a:alphaModFix/>
          </a:blip>
          <a:srcRect b="0" l="0" r="0" t="0"/>
          <a:stretch/>
        </p:blipFill>
        <p:spPr>
          <a:xfrm>
            <a:off x="1708150" y="5200232"/>
            <a:ext cx="5410200" cy="1446964"/>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1"/>
          <p:cNvSpPr txBox="1"/>
          <p:nvPr>
            <p:ph idx="1" type="body"/>
          </p:nvPr>
        </p:nvSpPr>
        <p:spPr>
          <a:xfrm>
            <a:off x="152400" y="990600"/>
            <a:ext cx="6248400" cy="5637213"/>
          </a:xfrm>
          <a:prstGeom prst="rect">
            <a:avLst/>
          </a:prstGeom>
          <a:blipFill rotWithShape="1">
            <a:blip r:embed="rId3">
              <a:alphaModFix/>
            </a:blip>
            <a:stretch>
              <a:fillRect b="0" l="-1561" r="-195" t="-1082"/>
            </a:stretch>
          </a:blipFill>
          <a:ln>
            <a:noFill/>
          </a:ln>
        </p:spPr>
        <p:txBody>
          <a:bodyPr anchorCtr="0" anchor="t" bIns="45700" lIns="45700" spcFirstLastPara="1" rIns="45700" wrap="square" tIns="45700">
            <a:noAutofit/>
          </a:bodyPr>
          <a:lstStyle/>
          <a:p>
            <a:pPr indent="0" lvl="0" marL="0" rtl="0" algn="l">
              <a:lnSpc>
                <a:spcPct val="90000"/>
              </a:lnSpc>
              <a:spcBef>
                <a:spcPts val="0"/>
              </a:spcBef>
              <a:spcAft>
                <a:spcPts val="0"/>
              </a:spcAft>
              <a:buSzPts val="1600"/>
              <a:buFont typeface="Calibri"/>
              <a:buNone/>
            </a:pPr>
            <a:r>
              <a:rPr lang="en-US"/>
              <a:t> </a:t>
            </a:r>
            <a:endParaRPr/>
          </a:p>
        </p:txBody>
      </p:sp>
      <p:sp>
        <p:nvSpPr>
          <p:cNvPr id="160" name="Google Shape;160;p11"/>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161" name="Google Shape;161;p11"/>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UNDERSTANDING THE FUNCTIONS</a:t>
            </a:r>
            <a:endParaRPr/>
          </a:p>
        </p:txBody>
      </p:sp>
      <p:pic>
        <p:nvPicPr>
          <p:cNvPr descr="Picture 12" id="162" name="Google Shape;162;p11"/>
          <p:cNvPicPr preferRelativeResize="0"/>
          <p:nvPr/>
        </p:nvPicPr>
        <p:blipFill rotWithShape="1">
          <a:blip r:embed="rId4">
            <a:alphaModFix/>
          </a:blip>
          <a:srcRect b="0" l="0" r="0" t="0"/>
          <a:stretch/>
        </p:blipFill>
        <p:spPr>
          <a:xfrm>
            <a:off x="6438106" y="1524000"/>
            <a:ext cx="2532062" cy="1958975"/>
          </a:xfrm>
          <a:prstGeom prst="rect">
            <a:avLst/>
          </a:prstGeom>
          <a:noFill/>
          <a:ln>
            <a:noFill/>
          </a:ln>
        </p:spPr>
      </p:pic>
      <p:pic>
        <p:nvPicPr>
          <p:cNvPr descr="Understanding the Softmax Activation Function: A Comprehensive Guide" id="163" name="Google Shape;163;p11"/>
          <p:cNvPicPr preferRelativeResize="0"/>
          <p:nvPr/>
        </p:nvPicPr>
        <p:blipFill rotWithShape="1">
          <a:blip r:embed="rId5">
            <a:alphaModFix/>
          </a:blip>
          <a:srcRect b="0" l="0" r="0" t="0"/>
          <a:stretch/>
        </p:blipFill>
        <p:spPr>
          <a:xfrm>
            <a:off x="6265494" y="4267198"/>
            <a:ext cx="2815371" cy="1715617"/>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 name="Shape 167"/>
        <p:cNvGrpSpPr/>
        <p:nvPr/>
      </p:nvGrpSpPr>
      <p:grpSpPr>
        <a:xfrm>
          <a:off x="0" y="0"/>
          <a:ext cx="0" cy="0"/>
          <a:chOff x="0" y="0"/>
          <a:chExt cx="0" cy="0"/>
        </a:xfrm>
      </p:grpSpPr>
      <p:sp>
        <p:nvSpPr>
          <p:cNvPr id="168" name="Google Shape;168;p12"/>
          <p:cNvSpPr txBox="1"/>
          <p:nvPr>
            <p:ph idx="1" type="body"/>
          </p:nvPr>
        </p:nvSpPr>
        <p:spPr>
          <a:xfrm>
            <a:off x="76200" y="609600"/>
            <a:ext cx="8915400" cy="4038600"/>
          </a:xfrm>
          <a:prstGeom prst="rect">
            <a:avLst/>
          </a:prstGeom>
          <a:blipFill rotWithShape="1">
            <a:blip r:embed="rId3">
              <a:alphaModFix/>
            </a:blip>
            <a:stretch>
              <a:fillRect b="-10860" l="-958" r="0" t="0"/>
            </a:stretch>
          </a:blipFill>
          <a:ln>
            <a:noFill/>
          </a:ln>
        </p:spPr>
        <p:txBody>
          <a:bodyPr anchorCtr="0" anchor="t" bIns="45700" lIns="45700" spcFirstLastPara="1" rIns="45700" wrap="square" tIns="45700">
            <a:noAutofit/>
          </a:bodyPr>
          <a:lstStyle/>
          <a:p>
            <a:pPr indent="0" lvl="0" marL="0" rtl="0" algn="l">
              <a:lnSpc>
                <a:spcPct val="90000"/>
              </a:lnSpc>
              <a:spcBef>
                <a:spcPts val="0"/>
              </a:spcBef>
              <a:spcAft>
                <a:spcPts val="0"/>
              </a:spcAft>
              <a:buSzPts val="1600"/>
              <a:buFont typeface="Calibri"/>
              <a:buNone/>
            </a:pPr>
            <a:r>
              <a:rPr lang="en-US"/>
              <a:t> </a:t>
            </a:r>
            <a:endParaRPr/>
          </a:p>
        </p:txBody>
      </p:sp>
      <p:sp>
        <p:nvSpPr>
          <p:cNvPr id="169" name="Google Shape;169;p12"/>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170" name="Google Shape;170;p12"/>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UNDERSTANDING THE FUNCTIONS (CONT.)</a:t>
            </a:r>
            <a:endParaRPr b="1" sz="2800">
              <a:solidFill>
                <a:srgbClr val="FFFFFF"/>
              </a:solidFill>
              <a:latin typeface="Calibri"/>
              <a:ea typeface="Calibri"/>
              <a:cs typeface="Calibri"/>
              <a:sym typeface="Calibri"/>
            </a:endParaRPr>
          </a:p>
        </p:txBody>
      </p:sp>
      <p:pic>
        <p:nvPicPr>
          <p:cNvPr descr="A basic explanation how the gradient descent is determined during  back-propagation | by Anass El Fares | Medium" id="171" name="Google Shape;171;p12"/>
          <p:cNvPicPr preferRelativeResize="0"/>
          <p:nvPr/>
        </p:nvPicPr>
        <p:blipFill rotWithShape="1">
          <a:blip r:embed="rId4">
            <a:alphaModFix/>
          </a:blip>
          <a:srcRect b="0" l="0" r="0" t="0"/>
          <a:stretch/>
        </p:blipFill>
        <p:spPr>
          <a:xfrm>
            <a:off x="1981200" y="4495800"/>
            <a:ext cx="4984750" cy="21336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13"/>
          <p:cNvSpPr txBox="1"/>
          <p:nvPr>
            <p:ph idx="1" type="body"/>
          </p:nvPr>
        </p:nvSpPr>
        <p:spPr>
          <a:xfrm>
            <a:off x="152400" y="990600"/>
            <a:ext cx="6248400" cy="5637213"/>
          </a:xfrm>
          <a:prstGeom prst="rect">
            <a:avLst/>
          </a:prstGeom>
          <a:noFill/>
          <a:ln>
            <a:noFill/>
          </a:ln>
        </p:spPr>
        <p:txBody>
          <a:bodyPr anchorCtr="0" anchor="t" bIns="45700" lIns="45700" spcFirstLastPara="1" rIns="45700" wrap="square" tIns="45700">
            <a:noAutofit/>
          </a:bodyPr>
          <a:lstStyle/>
          <a:p>
            <a:pPr indent="-171450" lvl="0" marL="285750" marR="0" rtl="0" algn="l">
              <a:lnSpc>
                <a:spcPct val="90000"/>
              </a:lnSpc>
              <a:spcBef>
                <a:spcPts val="0"/>
              </a:spcBef>
              <a:spcAft>
                <a:spcPts val="0"/>
              </a:spcAft>
              <a:buClr>
                <a:srgbClr val="000000"/>
              </a:buClr>
              <a:buSzPts val="1800"/>
              <a:buFont typeface="Arial"/>
              <a:buNone/>
            </a:pPr>
            <a:r>
              <a:t/>
            </a:r>
            <a:endParaRPr b="0" i="0" sz="1800" u="none" cap="none" strike="noStrike">
              <a:solidFill>
                <a:srgbClr val="000000"/>
              </a:solidFill>
              <a:latin typeface="Calibri"/>
              <a:ea typeface="Calibri"/>
              <a:cs typeface="Calibri"/>
              <a:sym typeface="Calibri"/>
            </a:endParaRPr>
          </a:p>
          <a:p>
            <a:pPr indent="0" lvl="0" marL="0" marR="0" rtl="0" algn="l">
              <a:lnSpc>
                <a:spcPct val="90000"/>
              </a:lnSpc>
              <a:spcBef>
                <a:spcPts val="1000"/>
              </a:spcBef>
              <a:spcAft>
                <a:spcPts val="0"/>
              </a:spcAft>
              <a:buClr>
                <a:srgbClr val="000000"/>
              </a:buClr>
              <a:buSzPts val="2400"/>
              <a:buFont typeface="Arial"/>
              <a:buNone/>
            </a:pPr>
            <a:r>
              <a:rPr b="0" i="0" lang="en-US" sz="2400" u="none" cap="none" strike="noStrike">
                <a:solidFill>
                  <a:srgbClr val="000000"/>
                </a:solidFill>
                <a:latin typeface="Calibri"/>
                <a:ea typeface="Calibri"/>
                <a:cs typeface="Calibri"/>
                <a:sym typeface="Calibri"/>
              </a:rPr>
              <a:t>Our hyperparameters have the following fixed values:</a:t>
            </a:r>
            <a:endParaRPr/>
          </a:p>
          <a:p>
            <a:pPr indent="-285750" lvl="1" marL="285750" marR="0" rtl="0" algn="l">
              <a:lnSpc>
                <a:spcPct val="90000"/>
              </a:lnSpc>
              <a:spcBef>
                <a:spcPts val="1000"/>
              </a:spcBef>
              <a:spcAft>
                <a:spcPts val="0"/>
              </a:spcAft>
              <a:buClr>
                <a:srgbClr val="000000"/>
              </a:buClr>
              <a:buSzPts val="2400"/>
              <a:buFont typeface="Arial"/>
              <a:buChar char="•"/>
            </a:pPr>
            <a:r>
              <a:rPr b="0" i="0" lang="en-US" sz="2400" u="none" cap="none" strike="noStrike">
                <a:solidFill>
                  <a:srgbClr val="000000"/>
                </a:solidFill>
                <a:latin typeface="Calibri"/>
                <a:ea typeface="Calibri"/>
                <a:cs typeface="Calibri"/>
                <a:sym typeface="Calibri"/>
              </a:rPr>
              <a:t>number of neurons in the hidden layer = 128</a:t>
            </a:r>
            <a:endParaRPr/>
          </a:p>
          <a:p>
            <a:pPr indent="-285750" lvl="1" marL="285750" marR="0" rtl="0" algn="l">
              <a:lnSpc>
                <a:spcPct val="90000"/>
              </a:lnSpc>
              <a:spcBef>
                <a:spcPts val="1000"/>
              </a:spcBef>
              <a:spcAft>
                <a:spcPts val="0"/>
              </a:spcAft>
              <a:buClr>
                <a:srgbClr val="000000"/>
              </a:buClr>
              <a:buSzPts val="2400"/>
              <a:buFont typeface="Arial"/>
              <a:buChar char="•"/>
            </a:pPr>
            <a:r>
              <a:rPr b="0" i="0" lang="en-US" sz="2400" u="none" cap="none" strike="noStrike">
                <a:solidFill>
                  <a:srgbClr val="000000"/>
                </a:solidFill>
                <a:latin typeface="Calibri"/>
                <a:ea typeface="Calibri"/>
                <a:cs typeface="Calibri"/>
                <a:sym typeface="Calibri"/>
              </a:rPr>
              <a:t>number of epochs = 15</a:t>
            </a:r>
            <a:endParaRPr/>
          </a:p>
          <a:p>
            <a:pPr indent="-285750" lvl="1" marL="285750" marR="0" rtl="0" algn="l">
              <a:lnSpc>
                <a:spcPct val="90000"/>
              </a:lnSpc>
              <a:spcBef>
                <a:spcPts val="1000"/>
              </a:spcBef>
              <a:spcAft>
                <a:spcPts val="0"/>
              </a:spcAft>
              <a:buClr>
                <a:srgbClr val="000000"/>
              </a:buClr>
              <a:buSzPts val="2400"/>
              <a:buFont typeface="Arial"/>
              <a:buChar char="•"/>
            </a:pPr>
            <a:r>
              <a:rPr b="0" i="0" lang="en-US" sz="2400" u="none" cap="none" strike="noStrike">
                <a:solidFill>
                  <a:srgbClr val="000000"/>
                </a:solidFill>
                <a:latin typeface="Calibri"/>
                <a:ea typeface="Calibri"/>
                <a:cs typeface="Calibri"/>
                <a:sym typeface="Calibri"/>
              </a:rPr>
              <a:t> learning rate = 0.001</a:t>
            </a:r>
            <a:endParaRPr/>
          </a:p>
          <a:p>
            <a:pPr indent="-285750" lvl="1" marL="285750" marR="0" rtl="0" algn="l">
              <a:lnSpc>
                <a:spcPct val="90000"/>
              </a:lnSpc>
              <a:spcBef>
                <a:spcPts val="1000"/>
              </a:spcBef>
              <a:spcAft>
                <a:spcPts val="0"/>
              </a:spcAft>
              <a:buClr>
                <a:srgbClr val="000000"/>
              </a:buClr>
              <a:buSzPts val="2400"/>
              <a:buFont typeface="Arial"/>
              <a:buChar char="•"/>
            </a:pPr>
            <a:r>
              <a:rPr b="0" i="0" lang="en-US" sz="2400" u="none" cap="none" strike="noStrike">
                <a:solidFill>
                  <a:srgbClr val="000000"/>
                </a:solidFill>
                <a:latin typeface="Calibri"/>
                <a:ea typeface="Calibri"/>
                <a:cs typeface="Calibri"/>
                <a:sym typeface="Calibri"/>
              </a:rPr>
              <a:t> batch size = 64</a:t>
            </a:r>
            <a:endParaRPr/>
          </a:p>
          <a:p>
            <a:pPr indent="-285750" lvl="1" marL="285750" marR="0" rtl="0" algn="l">
              <a:lnSpc>
                <a:spcPct val="90000"/>
              </a:lnSpc>
              <a:spcBef>
                <a:spcPts val="1000"/>
              </a:spcBef>
              <a:spcAft>
                <a:spcPts val="0"/>
              </a:spcAft>
              <a:buClr>
                <a:srgbClr val="000000"/>
              </a:buClr>
              <a:buSzPts val="2400"/>
              <a:buFont typeface="Arial"/>
              <a:buChar char="•"/>
            </a:pPr>
            <a:r>
              <a:rPr b="0" i="0" lang="en-US" sz="2400" u="none" cap="none" strike="noStrike">
                <a:solidFill>
                  <a:srgbClr val="000000"/>
                </a:solidFill>
                <a:latin typeface="Calibri"/>
                <a:ea typeface="Calibri"/>
                <a:cs typeface="Calibri"/>
                <a:sym typeface="Calibri"/>
              </a:rPr>
              <a:t>number of hidden layers = 1</a:t>
            </a:r>
            <a:endParaRPr/>
          </a:p>
          <a:p>
            <a:pPr indent="-285750" lvl="1" marL="285750" marR="0" rtl="0" algn="l">
              <a:lnSpc>
                <a:spcPct val="90000"/>
              </a:lnSpc>
              <a:spcBef>
                <a:spcPts val="1000"/>
              </a:spcBef>
              <a:spcAft>
                <a:spcPts val="0"/>
              </a:spcAft>
              <a:buClr>
                <a:srgbClr val="000000"/>
              </a:buClr>
              <a:buSzPts val="2400"/>
              <a:buFont typeface="Arial"/>
              <a:buChar char="•"/>
            </a:pPr>
            <a:r>
              <a:rPr b="0" i="0" lang="en-US" sz="2400" u="none" cap="none" strike="noStrike">
                <a:solidFill>
                  <a:srgbClr val="000000"/>
                </a:solidFill>
                <a:latin typeface="Calibri"/>
                <a:ea typeface="Calibri"/>
                <a:cs typeface="Calibri"/>
                <a:sym typeface="Calibri"/>
              </a:rPr>
              <a:t> number of filters in the first dynamic convolutional layer = 32, </a:t>
            </a:r>
            <a:endParaRPr b="0" i="0" sz="2400" u="none" cap="none" strike="noStrike">
              <a:solidFill>
                <a:srgbClr val="000000"/>
              </a:solidFill>
              <a:latin typeface="Calibri"/>
              <a:ea typeface="Calibri"/>
              <a:cs typeface="Calibri"/>
              <a:sym typeface="Calibri"/>
            </a:endParaRPr>
          </a:p>
          <a:p>
            <a:pPr indent="-285750" lvl="1" marL="285750" marR="0" rtl="0" algn="l">
              <a:lnSpc>
                <a:spcPct val="90000"/>
              </a:lnSpc>
              <a:spcBef>
                <a:spcPts val="1000"/>
              </a:spcBef>
              <a:spcAft>
                <a:spcPts val="0"/>
              </a:spcAft>
              <a:buClr>
                <a:srgbClr val="000000"/>
              </a:buClr>
              <a:buSzPts val="2400"/>
              <a:buFont typeface="Arial"/>
              <a:buChar char="•"/>
            </a:pPr>
            <a:r>
              <a:rPr b="0" i="0" lang="en-US" sz="2400" u="none" cap="none" strike="noStrike">
                <a:solidFill>
                  <a:srgbClr val="000000"/>
                </a:solidFill>
                <a:latin typeface="Calibri"/>
                <a:ea typeface="Calibri"/>
                <a:cs typeface="Calibri"/>
                <a:sym typeface="Calibri"/>
              </a:rPr>
              <a:t>number of filters in the second dynamic convolutional layer = 64.	</a:t>
            </a:r>
            <a:r>
              <a:rPr b="0" i="0" lang="en-US" sz="1800" u="none" cap="none" strike="noStrike">
                <a:solidFill>
                  <a:srgbClr val="000000"/>
                </a:solidFill>
                <a:latin typeface="Calibri"/>
                <a:ea typeface="Calibri"/>
                <a:cs typeface="Calibri"/>
                <a:sym typeface="Calibri"/>
              </a:rPr>
              <a:t> 	</a:t>
            </a:r>
            <a:endParaRPr b="0" i="0" sz="1800" u="none" cap="none" strike="noStrike">
              <a:solidFill>
                <a:srgbClr val="000000"/>
              </a:solidFill>
              <a:latin typeface="Calibri"/>
              <a:ea typeface="Calibri"/>
              <a:cs typeface="Calibri"/>
              <a:sym typeface="Calibri"/>
            </a:endParaRPr>
          </a:p>
        </p:txBody>
      </p:sp>
      <p:sp>
        <p:nvSpPr>
          <p:cNvPr id="177" name="Google Shape;177;p13"/>
          <p:cNvSpPr txBox="1"/>
          <p:nvPr>
            <p:ph idx="12" type="sldNum"/>
          </p:nvPr>
        </p:nvSpPr>
        <p:spPr>
          <a:xfrm>
            <a:off x="8334375" y="6415088"/>
            <a:ext cx="180975"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178" name="Google Shape;178;p13"/>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MODEL HYPERPARAMETERS</a:t>
            </a:r>
            <a:endParaRPr b="1" sz="2800">
              <a:solidFill>
                <a:srgbClr val="FFFFFF"/>
              </a:solidFill>
              <a:latin typeface="Calibri"/>
              <a:ea typeface="Calibri"/>
              <a:cs typeface="Calibri"/>
              <a:sym typeface="Calibri"/>
            </a:endParaRPr>
          </a:p>
        </p:txBody>
      </p:sp>
      <p:pic>
        <p:nvPicPr>
          <p:cNvPr descr="A Comprehensive Guide to Hyperparameter Tuning in Machine Learning | by  Aditi Babu | Medium" id="179" name="Google Shape;179;p13"/>
          <p:cNvPicPr preferRelativeResize="0"/>
          <p:nvPr/>
        </p:nvPicPr>
        <p:blipFill rotWithShape="1">
          <a:blip r:embed="rId3">
            <a:alphaModFix/>
          </a:blip>
          <a:srcRect b="0" l="0" r="0" t="0"/>
          <a:stretch/>
        </p:blipFill>
        <p:spPr>
          <a:xfrm>
            <a:off x="5524499" y="2743200"/>
            <a:ext cx="3495675" cy="248193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14"/>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OBTAINED RESULTS</a:t>
            </a:r>
            <a:endParaRPr/>
          </a:p>
        </p:txBody>
      </p:sp>
      <p:sp>
        <p:nvSpPr>
          <p:cNvPr id="185" name="Google Shape;185;p14"/>
          <p:cNvSpPr txBox="1"/>
          <p:nvPr>
            <p:ph idx="1" type="body"/>
          </p:nvPr>
        </p:nvSpPr>
        <p:spPr>
          <a:xfrm>
            <a:off x="76199" y="939800"/>
            <a:ext cx="5292725" cy="2870200"/>
          </a:xfrm>
          <a:prstGeom prst="rect">
            <a:avLst/>
          </a:prstGeom>
          <a:noFill/>
          <a:ln>
            <a:noFill/>
          </a:ln>
        </p:spPr>
        <p:txBody>
          <a:bodyPr anchorCtr="0" anchor="t" bIns="45700" lIns="45700" spcFirstLastPara="1" rIns="45700" wrap="square" tIns="45700">
            <a:normAutofit/>
          </a:bodyPr>
          <a:lstStyle/>
          <a:p>
            <a:pPr indent="-227013" lvl="0" marL="227013" rtl="0" algn="just">
              <a:lnSpc>
                <a:spcPct val="72000"/>
              </a:lnSpc>
              <a:spcBef>
                <a:spcPts val="0"/>
              </a:spcBef>
              <a:spcAft>
                <a:spcPts val="0"/>
              </a:spcAft>
              <a:buClr>
                <a:srgbClr val="000000"/>
              </a:buClr>
              <a:buSzPts val="1900"/>
              <a:buChar char="•"/>
            </a:pPr>
            <a:r>
              <a:rPr lang="en-US" sz="1900"/>
              <a:t>We found that the model was overfitted due to the small dataset size for a CNN.</a:t>
            </a:r>
            <a:endParaRPr/>
          </a:p>
          <a:p>
            <a:pPr indent="-227013" lvl="0" marL="227013" rtl="0" algn="just">
              <a:lnSpc>
                <a:spcPct val="72000"/>
              </a:lnSpc>
              <a:spcBef>
                <a:spcPts val="1000"/>
              </a:spcBef>
              <a:spcAft>
                <a:spcPts val="0"/>
              </a:spcAft>
              <a:buClr>
                <a:srgbClr val="000000"/>
              </a:buClr>
              <a:buSzPts val="1900"/>
              <a:buChar char="•"/>
            </a:pPr>
            <a:r>
              <a:rPr lang="en-US" sz="1900"/>
              <a:t>Overfitting was fixed by adding a dropout of 70%.</a:t>
            </a:r>
            <a:endParaRPr/>
          </a:p>
          <a:p>
            <a:pPr indent="-227013" lvl="0" marL="227013" rtl="0" algn="just">
              <a:lnSpc>
                <a:spcPct val="72000"/>
              </a:lnSpc>
              <a:spcBef>
                <a:spcPts val="1000"/>
              </a:spcBef>
              <a:spcAft>
                <a:spcPts val="0"/>
              </a:spcAft>
              <a:buClr>
                <a:srgbClr val="000000"/>
              </a:buClr>
              <a:buSzPts val="1900"/>
              <a:buChar char="•"/>
            </a:pPr>
            <a:r>
              <a:rPr lang="en-US" sz="1900"/>
              <a:t>After 15 iterations the final results are the following:</a:t>
            </a:r>
            <a:endParaRPr/>
          </a:p>
          <a:p>
            <a:pPr indent="-265113" lvl="1" marL="722313" rtl="0" algn="just">
              <a:lnSpc>
                <a:spcPct val="72000"/>
              </a:lnSpc>
              <a:spcBef>
                <a:spcPts val="1000"/>
              </a:spcBef>
              <a:spcAft>
                <a:spcPts val="0"/>
              </a:spcAft>
              <a:buClr>
                <a:srgbClr val="000000"/>
              </a:buClr>
              <a:buSzPts val="1900"/>
              <a:buChar char="•"/>
            </a:pPr>
            <a:r>
              <a:rPr lang="en-US" sz="1900"/>
              <a:t>Training accuracy = 0.8528</a:t>
            </a:r>
            <a:endParaRPr/>
          </a:p>
          <a:p>
            <a:pPr indent="-265113" lvl="1" marL="722313" rtl="0" algn="just">
              <a:lnSpc>
                <a:spcPct val="72000"/>
              </a:lnSpc>
              <a:spcBef>
                <a:spcPts val="1000"/>
              </a:spcBef>
              <a:spcAft>
                <a:spcPts val="0"/>
              </a:spcAft>
              <a:buClr>
                <a:srgbClr val="000000"/>
              </a:buClr>
              <a:buSzPts val="1900"/>
              <a:buChar char="•"/>
            </a:pPr>
            <a:r>
              <a:rPr lang="en-US" sz="1900"/>
              <a:t>Training loss = 0.3647</a:t>
            </a:r>
            <a:endParaRPr/>
          </a:p>
          <a:p>
            <a:pPr indent="-265113" lvl="1" marL="722313" rtl="0" algn="just">
              <a:lnSpc>
                <a:spcPct val="72000"/>
              </a:lnSpc>
              <a:spcBef>
                <a:spcPts val="1000"/>
              </a:spcBef>
              <a:spcAft>
                <a:spcPts val="0"/>
              </a:spcAft>
              <a:buClr>
                <a:srgbClr val="000000"/>
              </a:buClr>
              <a:buSzPts val="1900"/>
              <a:buChar char="•"/>
            </a:pPr>
            <a:r>
              <a:rPr lang="en-US" sz="1900"/>
              <a:t>Testing accuracy = 0.9407</a:t>
            </a:r>
            <a:endParaRPr/>
          </a:p>
          <a:p>
            <a:pPr indent="-265113" lvl="1" marL="722313" rtl="0" algn="just">
              <a:lnSpc>
                <a:spcPct val="72000"/>
              </a:lnSpc>
              <a:spcBef>
                <a:spcPts val="1000"/>
              </a:spcBef>
              <a:spcAft>
                <a:spcPts val="0"/>
              </a:spcAft>
              <a:buClr>
                <a:srgbClr val="000000"/>
              </a:buClr>
              <a:buSzPts val="1900"/>
              <a:buChar char="•"/>
            </a:pPr>
            <a:r>
              <a:rPr lang="en-US" sz="1900"/>
              <a:t>Testing loss = 0.2404</a:t>
            </a:r>
            <a:endParaRPr sz="1900"/>
          </a:p>
        </p:txBody>
      </p:sp>
      <p:sp>
        <p:nvSpPr>
          <p:cNvPr id="186" name="Google Shape;186;p14"/>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pic>
        <p:nvPicPr>
          <p:cNvPr id="187" name="Google Shape;187;p14"/>
          <p:cNvPicPr preferRelativeResize="0"/>
          <p:nvPr/>
        </p:nvPicPr>
        <p:blipFill rotWithShape="1">
          <a:blip r:embed="rId3">
            <a:alphaModFix/>
          </a:blip>
          <a:srcRect b="0" l="0" r="0" t="0"/>
          <a:stretch/>
        </p:blipFill>
        <p:spPr>
          <a:xfrm>
            <a:off x="5368925" y="939800"/>
            <a:ext cx="3746500" cy="2743200"/>
          </a:xfrm>
          <a:prstGeom prst="rect">
            <a:avLst/>
          </a:prstGeom>
          <a:noFill/>
          <a:ln>
            <a:noFill/>
          </a:ln>
        </p:spPr>
      </p:pic>
      <p:pic>
        <p:nvPicPr>
          <p:cNvPr id="188" name="Google Shape;188;p14"/>
          <p:cNvPicPr preferRelativeResize="0"/>
          <p:nvPr/>
        </p:nvPicPr>
        <p:blipFill rotWithShape="1">
          <a:blip r:embed="rId4">
            <a:alphaModFix/>
          </a:blip>
          <a:srcRect b="0" l="0" r="0" t="0"/>
          <a:stretch/>
        </p:blipFill>
        <p:spPr>
          <a:xfrm>
            <a:off x="5368925" y="3683000"/>
            <a:ext cx="3746500" cy="2717800"/>
          </a:xfrm>
          <a:prstGeom prst="rect">
            <a:avLst/>
          </a:prstGeom>
          <a:noFill/>
          <a:ln>
            <a:noFill/>
          </a:ln>
        </p:spPr>
      </p:pic>
      <p:pic>
        <p:nvPicPr>
          <p:cNvPr id="189" name="Google Shape;189;p14"/>
          <p:cNvPicPr preferRelativeResize="0"/>
          <p:nvPr/>
        </p:nvPicPr>
        <p:blipFill rotWithShape="1">
          <a:blip r:embed="rId5">
            <a:alphaModFix/>
          </a:blip>
          <a:srcRect b="0" l="17432" r="17966" t="0"/>
          <a:stretch/>
        </p:blipFill>
        <p:spPr>
          <a:xfrm>
            <a:off x="152400" y="3702050"/>
            <a:ext cx="5216525" cy="29464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3" name="Shape 193"/>
        <p:cNvGrpSpPr/>
        <p:nvPr/>
      </p:nvGrpSpPr>
      <p:grpSpPr>
        <a:xfrm>
          <a:off x="0" y="0"/>
          <a:ext cx="0" cy="0"/>
          <a:chOff x="0" y="0"/>
          <a:chExt cx="0" cy="0"/>
        </a:xfrm>
      </p:grpSpPr>
      <p:sp>
        <p:nvSpPr>
          <p:cNvPr id="194" name="Google Shape;194;g3d4dbceaba0_0_5"/>
          <p:cNvSpPr txBox="1"/>
          <p:nvPr/>
        </p:nvSpPr>
        <p:spPr>
          <a:xfrm>
            <a:off x="674688" y="30163"/>
            <a:ext cx="6443700" cy="871500"/>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COMPARISON TO LITERATURE</a:t>
            </a:r>
            <a:endParaRPr/>
          </a:p>
        </p:txBody>
      </p:sp>
      <p:sp>
        <p:nvSpPr>
          <p:cNvPr id="195" name="Google Shape;195;g3d4dbceaba0_0_5"/>
          <p:cNvSpPr txBox="1"/>
          <p:nvPr>
            <p:ph idx="1" type="body"/>
          </p:nvPr>
        </p:nvSpPr>
        <p:spPr>
          <a:xfrm>
            <a:off x="76201" y="939800"/>
            <a:ext cx="8979900" cy="5475300"/>
          </a:xfrm>
          <a:prstGeom prst="rect">
            <a:avLst/>
          </a:prstGeom>
          <a:noFill/>
          <a:ln>
            <a:noFill/>
          </a:ln>
        </p:spPr>
        <p:txBody>
          <a:bodyPr anchorCtr="0" anchor="t" bIns="45700" lIns="45700" spcFirstLastPara="1" rIns="45700" wrap="square" tIns="45700">
            <a:normAutofit/>
          </a:bodyPr>
          <a:lstStyle/>
          <a:p>
            <a:pPr indent="-361950" lvl="0" marL="457200" rtl="0" algn="just">
              <a:lnSpc>
                <a:spcPct val="105000"/>
              </a:lnSpc>
              <a:spcBef>
                <a:spcPts val="0"/>
              </a:spcBef>
              <a:spcAft>
                <a:spcPts val="0"/>
              </a:spcAft>
              <a:buClr>
                <a:schemeClr val="dk1"/>
              </a:buClr>
              <a:buSzPts val="2100"/>
              <a:buChar char="•"/>
            </a:pPr>
            <a:r>
              <a:rPr lang="en-US" sz="2100">
                <a:solidFill>
                  <a:schemeClr val="dk1"/>
                </a:solidFill>
              </a:rPr>
              <a:t>Models like </a:t>
            </a:r>
            <a:r>
              <a:rPr lang="en-US" sz="2100">
                <a:solidFill>
                  <a:schemeClr val="dk1"/>
                </a:solidFill>
              </a:rPr>
              <a:t>“AlexNet” and “VGG-16”,</a:t>
            </a:r>
            <a:r>
              <a:rPr lang="en-US" sz="2100">
                <a:solidFill>
                  <a:schemeClr val="dk1"/>
                </a:solidFill>
              </a:rPr>
              <a:t> outlined in </a:t>
            </a:r>
            <a:r>
              <a:rPr i="1" lang="en-US" sz="2100">
                <a:solidFill>
                  <a:schemeClr val="dk1"/>
                </a:solidFill>
              </a:rPr>
              <a:t>CNN based feature extraction and classification for sign language </a:t>
            </a:r>
            <a:r>
              <a:rPr lang="en-US" sz="2100">
                <a:solidFill>
                  <a:schemeClr val="dk1"/>
                </a:solidFill>
              </a:rPr>
              <a:t>[4] described the </a:t>
            </a:r>
            <a:r>
              <a:rPr lang="en-US" sz="2100">
                <a:solidFill>
                  <a:schemeClr val="dk1"/>
                </a:solidFill>
              </a:rPr>
              <a:t>remarkable achievement of an accuracy rate of up to 98% in sign language classification. This study </a:t>
            </a:r>
            <a:r>
              <a:rPr lang="en-US" sz="2100">
                <a:solidFill>
                  <a:schemeClr val="dk1"/>
                </a:solidFill>
              </a:rPr>
              <a:t>used</a:t>
            </a:r>
            <a:r>
              <a:rPr lang="en-US" sz="2100">
                <a:solidFill>
                  <a:schemeClr val="dk1"/>
                </a:solidFill>
              </a:rPr>
              <a:t> static ASL gestures to train the models.</a:t>
            </a:r>
            <a:endParaRPr sz="2100">
              <a:solidFill>
                <a:schemeClr val="dk1"/>
              </a:solidFill>
            </a:endParaRPr>
          </a:p>
          <a:p>
            <a:pPr indent="0" lvl="0" marL="0" rtl="0" algn="just">
              <a:lnSpc>
                <a:spcPct val="105000"/>
              </a:lnSpc>
              <a:spcBef>
                <a:spcPts val="0"/>
              </a:spcBef>
              <a:spcAft>
                <a:spcPts val="0"/>
              </a:spcAft>
              <a:buNone/>
            </a:pPr>
            <a:r>
              <a:t/>
            </a:r>
            <a:endParaRPr sz="1900">
              <a:solidFill>
                <a:schemeClr val="dk1"/>
              </a:solidFill>
            </a:endParaRPr>
          </a:p>
          <a:p>
            <a:pPr indent="-361950" lvl="0" marL="457200" rtl="0" algn="just">
              <a:lnSpc>
                <a:spcPct val="105000"/>
              </a:lnSpc>
              <a:spcBef>
                <a:spcPts val="0"/>
              </a:spcBef>
              <a:spcAft>
                <a:spcPts val="0"/>
              </a:spcAft>
              <a:buClr>
                <a:schemeClr val="dk1"/>
              </a:buClr>
              <a:buSzPts val="2100"/>
              <a:buChar char="•"/>
            </a:pPr>
            <a:r>
              <a:rPr lang="en-US" sz="2100">
                <a:solidFill>
                  <a:schemeClr val="dk1"/>
                </a:solidFill>
              </a:rPr>
              <a:t>The utilization of Densenet in </a:t>
            </a:r>
            <a:r>
              <a:rPr i="1" lang="en-US" sz="2100">
                <a:solidFill>
                  <a:schemeClr val="dk1"/>
                </a:solidFill>
                <a:highlight>
                  <a:srgbClr val="FFFFFF"/>
                </a:highlight>
              </a:rPr>
              <a:t>Comparative Evaluation and Utilization of Convolutional Neural Network Architectures for Irish Sign Language Recognition </a:t>
            </a:r>
            <a:r>
              <a:rPr lang="en-US" sz="2100">
                <a:solidFill>
                  <a:schemeClr val="dk1"/>
                </a:solidFill>
                <a:highlight>
                  <a:srgbClr val="FFFFFF"/>
                </a:highlight>
              </a:rPr>
              <a:t>[6] </a:t>
            </a:r>
            <a:r>
              <a:rPr lang="en-US" sz="2100">
                <a:solidFill>
                  <a:schemeClr val="dk1"/>
                </a:solidFill>
              </a:rPr>
              <a:t>evaluated CNN as the best architecture as it produced the highest recognition accuracy of 99%. This study was conducted on the ISL-HS dataset containing videos of 6 individuals</a:t>
            </a:r>
            <a:endParaRPr sz="2100">
              <a:solidFill>
                <a:schemeClr val="dk1"/>
              </a:solidFill>
            </a:endParaRPr>
          </a:p>
          <a:p>
            <a:pPr indent="0" lvl="0" marL="0" rtl="0" algn="just">
              <a:lnSpc>
                <a:spcPct val="105000"/>
              </a:lnSpc>
              <a:spcBef>
                <a:spcPts val="0"/>
              </a:spcBef>
              <a:spcAft>
                <a:spcPts val="0"/>
              </a:spcAft>
              <a:buNone/>
            </a:pPr>
            <a:r>
              <a:t/>
            </a:r>
            <a:endParaRPr sz="2100">
              <a:solidFill>
                <a:schemeClr val="dk1"/>
              </a:solidFill>
            </a:endParaRPr>
          </a:p>
          <a:p>
            <a:pPr indent="-361950" lvl="0" marL="457200" rtl="0" algn="just">
              <a:lnSpc>
                <a:spcPct val="105000"/>
              </a:lnSpc>
              <a:spcBef>
                <a:spcPts val="0"/>
              </a:spcBef>
              <a:spcAft>
                <a:spcPts val="0"/>
              </a:spcAft>
              <a:buClr>
                <a:schemeClr val="dk1"/>
              </a:buClr>
              <a:buSzPts val="2100"/>
              <a:buChar char="•"/>
            </a:pPr>
            <a:r>
              <a:rPr lang="en-US" sz="2100">
                <a:solidFill>
                  <a:schemeClr val="dk1"/>
                </a:solidFill>
              </a:rPr>
              <a:t>Our model currently achieves an accuracy of 94% on the MNIST Sign Language Dataset [1]. This accuracy is promising based on the current state of our model, but further enhancements will be made in order to create a model that can effectively contribute to the field.</a:t>
            </a:r>
            <a:endParaRPr sz="1900">
              <a:solidFill>
                <a:schemeClr val="dk1"/>
              </a:solidFill>
            </a:endParaRPr>
          </a:p>
        </p:txBody>
      </p:sp>
      <p:sp>
        <p:nvSpPr>
          <p:cNvPr id="196" name="Google Shape;196;g3d4dbceaba0_0_5"/>
          <p:cNvSpPr txBox="1"/>
          <p:nvPr>
            <p:ph idx="12" type="sldNum"/>
          </p:nvPr>
        </p:nvSpPr>
        <p:spPr>
          <a:xfrm>
            <a:off x="8256588" y="6415088"/>
            <a:ext cx="258900" cy="27690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0" name="Shape 200"/>
        <p:cNvGrpSpPr/>
        <p:nvPr/>
      </p:nvGrpSpPr>
      <p:grpSpPr>
        <a:xfrm>
          <a:off x="0" y="0"/>
          <a:ext cx="0" cy="0"/>
          <a:chOff x="0" y="0"/>
          <a:chExt cx="0" cy="0"/>
        </a:xfrm>
      </p:grpSpPr>
      <p:sp>
        <p:nvSpPr>
          <p:cNvPr id="201" name="Google Shape;201;p15"/>
          <p:cNvSpPr txBox="1"/>
          <p:nvPr>
            <p:ph idx="1" type="body"/>
          </p:nvPr>
        </p:nvSpPr>
        <p:spPr>
          <a:xfrm>
            <a:off x="381000" y="908050"/>
            <a:ext cx="8058150" cy="5562600"/>
          </a:xfrm>
          <a:prstGeom prst="rect">
            <a:avLst/>
          </a:prstGeom>
          <a:noFill/>
          <a:ln>
            <a:noFill/>
          </a:ln>
        </p:spPr>
        <p:txBody>
          <a:bodyPr anchorCtr="0" anchor="t" bIns="45700" lIns="45700" spcFirstLastPara="1" rIns="45700" wrap="square" tIns="45700">
            <a:normAutofit/>
          </a:bodyPr>
          <a:lstStyle/>
          <a:p>
            <a:pPr indent="0" lvl="0" marL="0" rtl="0" algn="just">
              <a:lnSpc>
                <a:spcPct val="72000"/>
              </a:lnSpc>
              <a:spcBef>
                <a:spcPts val="0"/>
              </a:spcBef>
              <a:spcAft>
                <a:spcPts val="0"/>
              </a:spcAft>
              <a:buClr>
                <a:srgbClr val="000000"/>
              </a:buClr>
              <a:buSzPts val="2200"/>
              <a:buNone/>
            </a:pPr>
            <a:r>
              <a:rPr lang="en-US" sz="2200"/>
              <a:t>We plan to further develop the model by doing the following:</a:t>
            </a:r>
            <a:endParaRPr/>
          </a:p>
          <a:p>
            <a:pPr indent="-227013" lvl="0" marL="227013" rtl="0" algn="just">
              <a:lnSpc>
                <a:spcPct val="72000"/>
              </a:lnSpc>
              <a:spcBef>
                <a:spcPts val="900"/>
              </a:spcBef>
              <a:spcAft>
                <a:spcPts val="0"/>
              </a:spcAft>
              <a:buClr>
                <a:srgbClr val="000000"/>
              </a:buClr>
              <a:buSzPts val="2200"/>
              <a:buChar char="•"/>
            </a:pPr>
            <a:r>
              <a:rPr lang="en-US" sz="2200"/>
              <a:t>Use fixed filters before our dynamic filters. Gaussian filter will be used to reduce noise in the images and will be followed by Sobel X and Sobel Y filters that emphasize edges. </a:t>
            </a:r>
            <a:endParaRPr sz="2200"/>
          </a:p>
          <a:p>
            <a:pPr indent="-227013" lvl="0" marL="227013" rtl="0" algn="just">
              <a:lnSpc>
                <a:spcPct val="72000"/>
              </a:lnSpc>
              <a:spcBef>
                <a:spcPts val="900"/>
              </a:spcBef>
              <a:spcAft>
                <a:spcPts val="0"/>
              </a:spcAft>
              <a:buClr>
                <a:srgbClr val="000000"/>
              </a:buClr>
              <a:buSzPts val="2200"/>
              <a:buChar char="•"/>
            </a:pPr>
            <a:r>
              <a:rPr lang="en-US" sz="2200"/>
              <a:t>Change hyperparameters of the model and analyze their influence on the model’s performance.</a:t>
            </a:r>
            <a:endParaRPr/>
          </a:p>
          <a:p>
            <a:pPr indent="-227013" lvl="0" marL="227013" rtl="0" algn="just">
              <a:lnSpc>
                <a:spcPct val="72000"/>
              </a:lnSpc>
              <a:spcBef>
                <a:spcPts val="900"/>
              </a:spcBef>
              <a:spcAft>
                <a:spcPts val="0"/>
              </a:spcAft>
              <a:buClr>
                <a:srgbClr val="000000"/>
              </a:buClr>
              <a:buSzPts val="2200"/>
              <a:buChar char="•"/>
            </a:pPr>
            <a:r>
              <a:rPr lang="en-US" sz="2200"/>
              <a:t>Add one more part to our program that will take new images of hand signs and predict the letters represented by them. </a:t>
            </a:r>
            <a:endParaRPr sz="2200"/>
          </a:p>
          <a:p>
            <a:pPr indent="-227013" lvl="0" marL="227013" rtl="0" algn="just">
              <a:lnSpc>
                <a:spcPct val="72000"/>
              </a:lnSpc>
              <a:spcBef>
                <a:spcPts val="900"/>
              </a:spcBef>
              <a:spcAft>
                <a:spcPts val="0"/>
              </a:spcAft>
              <a:buClr>
                <a:srgbClr val="000000"/>
              </a:buClr>
              <a:buSzPts val="2200"/>
              <a:buChar char="•"/>
            </a:pPr>
            <a:r>
              <a:rPr lang="en-US" sz="2200"/>
              <a:t>Add more Sign Language classes and the corresponding datasets.</a:t>
            </a:r>
            <a:endParaRPr/>
          </a:p>
          <a:p>
            <a:pPr indent="-227013" lvl="0" marL="227013" rtl="0" algn="just">
              <a:lnSpc>
                <a:spcPct val="72000"/>
              </a:lnSpc>
              <a:spcBef>
                <a:spcPts val="900"/>
              </a:spcBef>
              <a:spcAft>
                <a:spcPts val="0"/>
              </a:spcAft>
              <a:buClr>
                <a:srgbClr val="000000"/>
              </a:buClr>
              <a:buSzPts val="2200"/>
              <a:buChar char="•"/>
            </a:pPr>
            <a:r>
              <a:rPr lang="en-US" sz="2200"/>
              <a:t>If time allows, extend the model to recognize continuous hand signs in videos.  </a:t>
            </a:r>
            <a:endParaRPr sz="2200"/>
          </a:p>
        </p:txBody>
      </p:sp>
      <p:sp>
        <p:nvSpPr>
          <p:cNvPr id="202" name="Google Shape;202;p15"/>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203" name="Google Shape;203;p15"/>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FUTURE WORK</a:t>
            </a:r>
            <a:endParaRPr/>
          </a:p>
        </p:txBody>
      </p:sp>
      <p:pic>
        <p:nvPicPr>
          <p:cNvPr descr="Literature Review] Continuous Sign Language Recognition Based on Motor  attention mechanism and frame-level Self-distillation" id="204" name="Google Shape;204;p15"/>
          <p:cNvPicPr preferRelativeResize="0"/>
          <p:nvPr/>
        </p:nvPicPr>
        <p:blipFill rotWithShape="1">
          <a:blip r:embed="rId3">
            <a:alphaModFix/>
          </a:blip>
          <a:srcRect b="0" l="0" r="0" t="0"/>
          <a:stretch/>
        </p:blipFill>
        <p:spPr>
          <a:xfrm>
            <a:off x="2133600" y="4143375"/>
            <a:ext cx="4800600" cy="2500313"/>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16"/>
          <p:cNvSpPr txBox="1"/>
          <p:nvPr>
            <p:ph idx="1" type="body"/>
          </p:nvPr>
        </p:nvSpPr>
        <p:spPr>
          <a:xfrm>
            <a:off x="381000" y="1066800"/>
            <a:ext cx="8058150" cy="5568950"/>
          </a:xfrm>
          <a:prstGeom prst="rect">
            <a:avLst/>
          </a:prstGeom>
          <a:noFill/>
          <a:ln>
            <a:noFill/>
          </a:ln>
        </p:spPr>
        <p:txBody>
          <a:bodyPr anchorCtr="0" anchor="t" bIns="45700" lIns="45700" spcFirstLastPara="1" rIns="45700" wrap="square" tIns="45700">
            <a:normAutofit fontScale="92500" lnSpcReduction="10000"/>
          </a:bodyPr>
          <a:lstStyle/>
          <a:p>
            <a:pPr indent="-227013" lvl="0" marL="227013" rtl="0" algn="just">
              <a:lnSpc>
                <a:spcPct val="100000"/>
              </a:lnSpc>
              <a:spcBef>
                <a:spcPts val="0"/>
              </a:spcBef>
              <a:spcAft>
                <a:spcPts val="0"/>
              </a:spcAft>
              <a:buClr>
                <a:srgbClr val="000000"/>
              </a:buClr>
              <a:buSzPct val="100000"/>
              <a:buChar char="•"/>
            </a:pPr>
            <a:r>
              <a:rPr lang="en-US" sz="2400"/>
              <a:t>Successfully created CNN model capable of recognizing hand sign images for letters with high accuracy. </a:t>
            </a:r>
            <a:endParaRPr sz="2400"/>
          </a:p>
          <a:p>
            <a:pPr indent="-227013" lvl="0" marL="227013" rtl="0" algn="just">
              <a:lnSpc>
                <a:spcPct val="100000"/>
              </a:lnSpc>
              <a:spcBef>
                <a:spcPts val="900"/>
              </a:spcBef>
              <a:spcAft>
                <a:spcPts val="0"/>
              </a:spcAft>
              <a:buClr>
                <a:srgbClr val="000000"/>
              </a:buClr>
              <a:buSzPct val="100000"/>
              <a:buChar char="•"/>
            </a:pPr>
            <a:r>
              <a:rPr lang="en-US" sz="2400"/>
              <a:t>The model performs Sign Language Recognition by reading an input hand sign in the form of an image and outputting it in the form of a letter. </a:t>
            </a:r>
            <a:endParaRPr sz="2400"/>
          </a:p>
          <a:p>
            <a:pPr indent="-227013" lvl="0" marL="227013" rtl="0" algn="just">
              <a:lnSpc>
                <a:spcPct val="100000"/>
              </a:lnSpc>
              <a:spcBef>
                <a:spcPts val="900"/>
              </a:spcBef>
              <a:spcAft>
                <a:spcPts val="0"/>
              </a:spcAft>
              <a:buClr>
                <a:srgbClr val="000000"/>
              </a:buClr>
              <a:buSzPct val="100000"/>
              <a:buChar char="•"/>
            </a:pPr>
            <a:r>
              <a:rPr lang="en-US" sz="2400"/>
              <a:t>Our program implements a complete CNN model with filters, padding, and pooling in the convolutional layer. </a:t>
            </a:r>
            <a:endParaRPr sz="2400"/>
          </a:p>
          <a:p>
            <a:pPr indent="-227013" lvl="0" marL="227013" rtl="0" algn="just">
              <a:lnSpc>
                <a:spcPct val="100000"/>
              </a:lnSpc>
              <a:spcBef>
                <a:spcPts val="900"/>
              </a:spcBef>
              <a:spcAft>
                <a:spcPts val="0"/>
              </a:spcAft>
              <a:buClr>
                <a:srgbClr val="000000"/>
              </a:buClr>
              <a:buSzPct val="100000"/>
              <a:buChar char="•"/>
            </a:pPr>
            <a:r>
              <a:rPr lang="en-US" sz="2400"/>
              <a:t>The fully connected network contains a hidden layer with 128 neurons and an output layer with 26 classes. </a:t>
            </a:r>
            <a:endParaRPr sz="2400"/>
          </a:p>
          <a:p>
            <a:pPr indent="-227013" lvl="0" marL="227013" rtl="0" algn="just">
              <a:lnSpc>
                <a:spcPct val="100000"/>
              </a:lnSpc>
              <a:spcBef>
                <a:spcPts val="900"/>
              </a:spcBef>
              <a:spcAft>
                <a:spcPts val="0"/>
              </a:spcAft>
              <a:buClr>
                <a:srgbClr val="000000"/>
              </a:buClr>
              <a:buSzPct val="100000"/>
              <a:buChar char="•"/>
            </a:pPr>
            <a:r>
              <a:rPr lang="en-US" sz="2400"/>
              <a:t>Recognition results have proven that the choice of the CNN model was justified. </a:t>
            </a:r>
            <a:endParaRPr sz="2400"/>
          </a:p>
          <a:p>
            <a:pPr indent="-227013" lvl="0" marL="227013" rtl="0" algn="just">
              <a:lnSpc>
                <a:spcPct val="100000"/>
              </a:lnSpc>
              <a:spcBef>
                <a:spcPts val="900"/>
              </a:spcBef>
              <a:spcAft>
                <a:spcPts val="0"/>
              </a:spcAft>
              <a:buClr>
                <a:srgbClr val="000000"/>
              </a:buClr>
              <a:buSzPct val="100000"/>
              <a:buChar char="•"/>
            </a:pPr>
            <a:r>
              <a:rPr lang="en-US" sz="2400"/>
              <a:t>Achieved a high accuracy result of 94% using test images from the Sign Language MNIST dataset. </a:t>
            </a:r>
            <a:endParaRPr/>
          </a:p>
          <a:p>
            <a:pPr indent="-227013" lvl="0" marL="227013" rtl="0" algn="just">
              <a:lnSpc>
                <a:spcPct val="100000"/>
              </a:lnSpc>
              <a:spcBef>
                <a:spcPts val="900"/>
              </a:spcBef>
              <a:spcAft>
                <a:spcPts val="0"/>
              </a:spcAft>
              <a:buClr>
                <a:srgbClr val="000000"/>
              </a:buClr>
              <a:buSzPct val="100000"/>
              <a:buChar char="•"/>
            </a:pPr>
            <a:r>
              <a:rPr lang="en-US" sz="2400"/>
              <a:t>We will continue working on our model in the directions specified in Future Work.</a:t>
            </a:r>
            <a:endParaRPr sz="2400"/>
          </a:p>
        </p:txBody>
      </p:sp>
      <p:sp>
        <p:nvSpPr>
          <p:cNvPr id="210" name="Google Shape;210;p16"/>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211" name="Google Shape;211;p16"/>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CONCLUSION</a:t>
            </a:r>
            <a:endParaRPr b="1" sz="2800">
              <a:solidFill>
                <a:srgbClr val="FFFFFF"/>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5" name="Shape 215"/>
        <p:cNvGrpSpPr/>
        <p:nvPr/>
      </p:nvGrpSpPr>
      <p:grpSpPr>
        <a:xfrm>
          <a:off x="0" y="0"/>
          <a:ext cx="0" cy="0"/>
          <a:chOff x="0" y="0"/>
          <a:chExt cx="0" cy="0"/>
        </a:xfrm>
      </p:grpSpPr>
      <p:sp>
        <p:nvSpPr>
          <p:cNvPr id="216" name="Google Shape;216;p17"/>
          <p:cNvSpPr txBox="1"/>
          <p:nvPr>
            <p:ph idx="1" type="body"/>
          </p:nvPr>
        </p:nvSpPr>
        <p:spPr>
          <a:xfrm>
            <a:off x="457200" y="990600"/>
            <a:ext cx="8320088" cy="5422900"/>
          </a:xfrm>
          <a:prstGeom prst="rect">
            <a:avLst/>
          </a:prstGeom>
          <a:noFill/>
          <a:ln>
            <a:noFill/>
          </a:ln>
        </p:spPr>
        <p:txBody>
          <a:bodyPr anchorCtr="0" anchor="t" bIns="45700" lIns="45700" spcFirstLastPara="1" rIns="45700" wrap="square" tIns="45700">
            <a:noAutofit/>
          </a:bodyPr>
          <a:lstStyle/>
          <a:p>
            <a:pPr indent="0" lvl="0" marL="0" marR="0" rtl="0" algn="just">
              <a:lnSpc>
                <a:spcPct val="90000"/>
              </a:lnSpc>
              <a:spcBef>
                <a:spcPts val="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[1] “Sign Language MNIST,” www.kaggle.com. https://www.kaggle.com/datasets/datamunge/sign-language-mnist/data.</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[2] A. Abdullah, G. A. Amoudi, and H. S. Alghamdi, “Advancements in Sign Language Recognition: A Comprehensive Review and Future Prospects,” IEEE Access, vol. 12, pp. 128871–128895, Jan. 2024, doi: https://doi.org/10.1109/access.2024.3457692.</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[3] U. Farooq, M. S. M. Rahim, N. Sabir, A. Hussain, and A. Abid, ‘‘Advances in machine translation for sign language: Approaches, limitations, and challenges,’’ Neural Comput. Appl., vol. 33, no. 21, pp. 14357–14399, Nov. 2021.</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[4] A. A. Barbhuiya, R. K. Karsh, and R. Jain, ‘‘CNN based feature extraction and classification for sign language,’’ Multimedia Tools Appl., vol. 80, no. 2, pp. 3051–3069, Jan. 2021.</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[5] Y. Zhang and X. Jiang, “Recent Advances on Deep Learning for Sign Language Recognition,” Computer Modeling in Engineering &amp; Sciences, vol. 139, no. 3, pp. 2399–2450, 2024, doi: https://doi.org/10.32604/cmes.2023.045731.</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[6] H. M. Sarmad Khan, S. D. Mcloughlin, and I. Murtagh, “Comparative Evaluation and Utilization of Convolutional Neural Network Architectures for Irish Sign Language Recognition,” International Journal of Combinatorial Optimization Problems and Informatics, vol. 16, no. 1, pp. 123–131, Mar. 2025, doi: https://doi.org/10.61467/2007.1558.2025.v16i1.550.</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[7] A. A. Barbhuiya, R. K. Karsh, and R. Jain, “CNN based feature extraction and classification for sign language,” Multimedia Tools Appl., vol. 80, no. 2, pp. 3051–3069, 2021, doi: 10.1007/S11042-020-09829-Y.</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[8] G. Huang, Z. Liu, L. Van Der Maaten, and K. Q. Weinberger, “Densely connected convolutional networks,” in Proc. 30th IEEE Conf. Comput. Vis. Pattern Recognit. (CVPR), 2017, pp. 2261–2269, doi: 10.1109/CVPR.2017.243.</a:t>
            </a:r>
            <a:endParaRPr/>
          </a:p>
          <a:p>
            <a:pPr indent="-228600" lvl="0" marL="22860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[9] H. A. Taher and S. R. M. Zeebaree, "A Critical Study of Recent Deep Learning-Based Continuous Sign Language Recognition," The Review of Socionetwork Strategies, vol. 19, no. 1, pp. 131–161, 2025. doi: 10.1007/s12626-025-00180-y.</a:t>
            </a:r>
            <a:endParaRPr b="0" i="0" sz="1300" u="none" cap="none" strike="noStrike">
              <a:solidFill>
                <a:srgbClr val="000000"/>
              </a:solidFill>
              <a:latin typeface="Calibri"/>
              <a:ea typeface="Calibri"/>
              <a:cs typeface="Calibri"/>
              <a:sym typeface="Calibri"/>
            </a:endParaRPr>
          </a:p>
          <a:p>
            <a:pPr indent="-285750" lvl="0" marL="285750" marR="0" rtl="0" algn="just">
              <a:lnSpc>
                <a:spcPct val="90000"/>
              </a:lnSpc>
              <a:spcBef>
                <a:spcPts val="1000"/>
              </a:spcBef>
              <a:spcAft>
                <a:spcPts val="0"/>
              </a:spcAft>
              <a:buClr>
                <a:srgbClr val="000000"/>
              </a:buClr>
              <a:buSzPts val="1300"/>
              <a:buFont typeface="Arial"/>
              <a:buNone/>
            </a:pPr>
            <a:r>
              <a:rPr b="0" i="0" lang="en-US" sz="1300" u="none" cap="none" strike="noStrike">
                <a:solidFill>
                  <a:srgbClr val="000000"/>
                </a:solidFill>
                <a:latin typeface="Calibri"/>
                <a:ea typeface="Calibri"/>
                <a:cs typeface="Calibri"/>
                <a:sym typeface="Calibri"/>
              </a:rPr>
              <a:t>[10] D. E. Rumelhart, G. E. Hinton, and R. J. Williams, “Learning representations by back-propagating errors,” Nature, vol. 323, no. 6088, pp. 533–536, Oct. 1986, doi: https://doi.org/10.1038/323533a0.</a:t>
            </a:r>
            <a:endParaRPr/>
          </a:p>
        </p:txBody>
      </p:sp>
      <p:sp>
        <p:nvSpPr>
          <p:cNvPr id="217" name="Google Shape;217;p17"/>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218" name="Google Shape;218;p17"/>
          <p:cNvSpPr txBox="1"/>
          <p:nvPr/>
        </p:nvSpPr>
        <p:spPr>
          <a:xfrm>
            <a:off x="674688" y="30163"/>
            <a:ext cx="6443662" cy="871537"/>
          </a:xfrm>
          <a:prstGeom prst="rect">
            <a:avLst/>
          </a:prstGeom>
          <a:noFill/>
          <a:ln>
            <a:noFill/>
          </a:ln>
        </p:spPr>
        <p:txBody>
          <a:bodyPr anchorCtr="0" anchor="ctr" bIns="45700" lIns="45700" spcFirstLastPara="1" rIns="45700" wrap="square" tIns="45700">
            <a:noAutofit/>
          </a:bodyPr>
          <a:lstStyle/>
          <a:p>
            <a:pPr indent="0" lvl="0" marL="0" marR="0" rtl="0" algn="l">
              <a:lnSpc>
                <a:spcPct val="90000"/>
              </a:lnSpc>
              <a:spcBef>
                <a:spcPts val="0"/>
              </a:spcBef>
              <a:spcAft>
                <a:spcPts val="0"/>
              </a:spcAft>
              <a:buNone/>
            </a:pPr>
            <a:r>
              <a:rPr b="1" lang="en-US" sz="2800">
                <a:solidFill>
                  <a:srgbClr val="FFFFFF"/>
                </a:solidFill>
                <a:latin typeface="Calibri"/>
                <a:ea typeface="Calibri"/>
                <a:cs typeface="Calibri"/>
                <a:sym typeface="Calibri"/>
              </a:rPr>
              <a:t>REFERENCES</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2" name="Shape 222"/>
        <p:cNvGrpSpPr/>
        <p:nvPr/>
      </p:nvGrpSpPr>
      <p:grpSpPr>
        <a:xfrm>
          <a:off x="0" y="0"/>
          <a:ext cx="0" cy="0"/>
          <a:chOff x="0" y="0"/>
          <a:chExt cx="0" cy="0"/>
        </a:xfrm>
      </p:grpSpPr>
      <p:sp>
        <p:nvSpPr>
          <p:cNvPr id="223" name="Google Shape;223;p18"/>
          <p:cNvSpPr txBox="1"/>
          <p:nvPr>
            <p:ph idx="12" type="sldNum"/>
          </p:nvPr>
        </p:nvSpPr>
        <p:spPr>
          <a:xfrm>
            <a:off x="8256588" y="6415088"/>
            <a:ext cx="258762" cy="247650"/>
          </a:xfrm>
          <a:prstGeom prst="rect">
            <a:avLst/>
          </a:prstGeom>
          <a:noFill/>
          <a:ln>
            <a:noFill/>
          </a:ln>
        </p:spPr>
        <p:txBody>
          <a:bodyPr anchorCtr="0" anchor="ctr" bIns="45700" lIns="45700" spcFirstLastPara="1" rIns="45700" wrap="square" tIns="45700">
            <a:spAutoFit/>
          </a:bodyPr>
          <a:lstStyle/>
          <a:p>
            <a:pPr indent="0" lvl="0" marL="0" rtl="0" algn="r">
              <a:spcBef>
                <a:spcPts val="0"/>
              </a:spcBef>
              <a:spcAft>
                <a:spcPts val="0"/>
              </a:spcAft>
              <a:buNone/>
            </a:pPr>
            <a:fld id="{00000000-1234-1234-1234-123412341234}" type="slidenum">
              <a:rPr lang="en-US"/>
              <a:t>‹#›</a:t>
            </a:fld>
            <a:endParaRPr/>
          </a:p>
        </p:txBody>
      </p:sp>
      <p:sp>
        <p:nvSpPr>
          <p:cNvPr id="224" name="Google Shape;224;p18"/>
          <p:cNvSpPr txBox="1"/>
          <p:nvPr/>
        </p:nvSpPr>
        <p:spPr>
          <a:xfrm>
            <a:off x="5734050" y="2552700"/>
            <a:ext cx="2820988" cy="1603375"/>
          </a:xfrm>
          <a:prstGeom prst="rect">
            <a:avLst/>
          </a:prstGeom>
          <a:noFill/>
          <a:ln>
            <a:noFill/>
          </a:ln>
        </p:spPr>
        <p:txBody>
          <a:bodyPr anchorCtr="0" anchor="t" bIns="45700" lIns="45700" spcFirstLastPara="1" rIns="45700" wrap="square" tIns="45700">
            <a:noAutofit/>
          </a:bodyPr>
          <a:lstStyle/>
          <a:p>
            <a:pPr indent="0" lvl="0" marL="0" marR="0" rtl="0" algn="l">
              <a:lnSpc>
                <a:spcPct val="90000"/>
              </a:lnSpc>
              <a:spcBef>
                <a:spcPts val="0"/>
              </a:spcBef>
              <a:spcAft>
                <a:spcPts val="0"/>
              </a:spcAft>
              <a:buNone/>
            </a:pPr>
            <a:r>
              <a:rPr lang="en-US" sz="4400">
                <a:solidFill>
                  <a:srgbClr val="000000"/>
                </a:solidFill>
                <a:latin typeface="Calibri"/>
                <a:ea typeface="Calibri"/>
                <a:cs typeface="Calibri"/>
                <a:sym typeface="Calibri"/>
              </a:rPr>
              <a:t>Questions</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Vitalik</dc:creator>
</cp:coreProperties>
</file>